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kosiyabo Mdladla" userId="41e482c8-04b2-4b63-a788-0a23f1a6e5c8" providerId="ADAL" clId="{EC8C85FE-225A-4E9D-A68F-3D0B88C124EF}"/>
    <pc:docChg chg="undo custSel modSld">
      <pc:chgData name="Nkosiyabo Mdladla" userId="41e482c8-04b2-4b63-a788-0a23f1a6e5c8" providerId="ADAL" clId="{EC8C85FE-225A-4E9D-A68F-3D0B88C124EF}" dt="2025-08-04T19:40:18.413" v="10" actId="20577"/>
      <pc:docMkLst>
        <pc:docMk/>
      </pc:docMkLst>
      <pc:sldChg chg="modSp mod">
        <pc:chgData name="Nkosiyabo Mdladla" userId="41e482c8-04b2-4b63-a788-0a23f1a6e5c8" providerId="ADAL" clId="{EC8C85FE-225A-4E9D-A68F-3D0B88C124EF}" dt="2025-08-04T19:39:42.385" v="0" actId="20577"/>
        <pc:sldMkLst>
          <pc:docMk/>
          <pc:sldMk cId="0" sldId="260"/>
        </pc:sldMkLst>
        <pc:spChg chg="mod">
          <ac:chgData name="Nkosiyabo Mdladla" userId="41e482c8-04b2-4b63-a788-0a23f1a6e5c8" providerId="ADAL" clId="{EC8C85FE-225A-4E9D-A68F-3D0B88C124EF}" dt="2025-08-04T19:39:42.385" v="0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Nkosiyabo Mdladla" userId="41e482c8-04b2-4b63-a788-0a23f1a6e5c8" providerId="ADAL" clId="{EC8C85FE-225A-4E9D-A68F-3D0B88C124EF}" dt="2025-08-04T19:40:18.413" v="10" actId="20577"/>
        <pc:sldMkLst>
          <pc:docMk/>
          <pc:sldMk cId="0" sldId="262"/>
        </pc:sldMkLst>
        <pc:spChg chg="mod">
          <ac:chgData name="Nkosiyabo Mdladla" userId="41e482c8-04b2-4b63-a788-0a23f1a6e5c8" providerId="ADAL" clId="{EC8C85FE-225A-4E9D-A68F-3D0B88C124EF}" dt="2025-08-04T19:40:18.413" v="10" actId="20577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00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47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6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6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8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8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9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7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0995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32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9388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90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75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8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AutoGuardian</a:t>
            </a:r>
            <a:r>
              <a:rPr dirty="0"/>
              <a:t>: Smart Vehicle Anti-Theft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Nkosiyabo Mdladla • CPUT •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South Africa has one of the highest vehicle theft rates globally.</a:t>
            </a:r>
          </a:p>
          <a:p>
            <a:r>
              <a:rPr dirty="0"/>
              <a:t>Existing solutions are either too expensive or reactive rather than proactive.</a:t>
            </a:r>
          </a:p>
          <a:p>
            <a:r>
              <a:rPr dirty="0"/>
              <a:t>Need for a smart, real-time, affordable anti-theft system that prevents theft before it happens.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– AutoGuardian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AutoGuardian</a:t>
            </a:r>
            <a:r>
              <a:rPr dirty="0"/>
              <a:t> is a smart, real-time vehicle anti-theft system that detects</a:t>
            </a:r>
          </a:p>
          <a:p>
            <a:r>
              <a:rPr lang="en-ZA" dirty="0"/>
              <a:t>S</a:t>
            </a:r>
            <a:r>
              <a:rPr dirty="0" err="1"/>
              <a:t>uspicious</a:t>
            </a:r>
            <a:r>
              <a:rPr dirty="0"/>
              <a:t> activity and enables remote intervention through a mobile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Smart Immobilizer / Instant Kill-Switch</a:t>
            </a:r>
          </a:p>
          <a:p>
            <a:r>
              <a:rPr dirty="0"/>
              <a:t>GSM/GPS Real-Time Tracking</a:t>
            </a:r>
          </a:p>
          <a:p>
            <a:r>
              <a:rPr dirty="0"/>
              <a:t>Mobile App Alerts &amp; Controls</a:t>
            </a:r>
          </a:p>
          <a:p>
            <a:r>
              <a:rPr dirty="0"/>
              <a:t>Remote Disable &amp; Logging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Microcontroller → Sensors → GSM Module → Mobile App →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Prototype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263" y="2160590"/>
            <a:ext cx="6347714" cy="3880773"/>
          </a:xfrm>
        </p:spPr>
        <p:txBody>
          <a:bodyPr/>
          <a:lstStyle/>
          <a:p>
            <a:r>
              <a:rPr dirty="0" err="1"/>
              <a:t>Wokwi</a:t>
            </a:r>
            <a:r>
              <a:rPr dirty="0"/>
              <a:t> simulation</a:t>
            </a:r>
            <a:endParaRPr lang="en-ZA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2A9CE0-4F7A-21A2-0983-69B3C9582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88" y="2556386"/>
            <a:ext cx="5239338" cy="36198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2342-AFA3-5EBC-0EA2-528F65465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Mobile App Home Page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A1C6CD-3775-0D53-AD7B-F4F8AC9A9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2237" y="2160588"/>
            <a:ext cx="1783138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61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Civilian vehicle owners</a:t>
            </a:r>
          </a:p>
          <a:p>
            <a:r>
              <a:rPr dirty="0"/>
              <a:t>Fleet operators (taxis, logistics, etc.)</a:t>
            </a:r>
          </a:p>
          <a:p>
            <a:r>
              <a:rPr dirty="0"/>
              <a:t>Insurance companies</a:t>
            </a:r>
          </a:p>
          <a:p>
            <a:r>
              <a:rPr dirty="0"/>
              <a:t>Affordable and scalable product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Estimated Hardware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Microcontroller (ESP32): R</a:t>
            </a:r>
            <a:r>
              <a:rPr lang="en-ZA" dirty="0"/>
              <a:t>20</a:t>
            </a:r>
            <a:r>
              <a:rPr dirty="0"/>
              <a:t>0 – R2</a:t>
            </a:r>
            <a:r>
              <a:rPr lang="en-ZA" dirty="0"/>
              <a:t>5</a:t>
            </a:r>
            <a:r>
              <a:rPr dirty="0"/>
              <a:t>0</a:t>
            </a:r>
          </a:p>
          <a:p>
            <a:r>
              <a:rPr dirty="0"/>
              <a:t>GPS Module: R2</a:t>
            </a:r>
            <a:r>
              <a:rPr lang="en-ZA" dirty="0"/>
              <a:t>6</a:t>
            </a:r>
            <a:r>
              <a:rPr dirty="0"/>
              <a:t>0</a:t>
            </a:r>
            <a:endParaRPr lang="en-ZA" dirty="0"/>
          </a:p>
          <a:p>
            <a:r>
              <a:rPr lang="en-ZA" dirty="0"/>
              <a:t>Relay Module: R140</a:t>
            </a:r>
            <a:endParaRPr dirty="0"/>
          </a:p>
          <a:p>
            <a:r>
              <a:rPr dirty="0"/>
              <a:t>GSM Module</a:t>
            </a:r>
            <a:r>
              <a:rPr lang="en-ZA" dirty="0"/>
              <a:t> with Antenna</a:t>
            </a:r>
            <a:r>
              <a:rPr dirty="0"/>
              <a:t>: R300</a:t>
            </a:r>
            <a:r>
              <a:rPr lang="en-ZA" dirty="0"/>
              <a:t> – R400</a:t>
            </a:r>
            <a:endParaRPr dirty="0"/>
          </a:p>
          <a:p>
            <a:r>
              <a:rPr dirty="0"/>
              <a:t>Sensors (motion/tilt): R1</a:t>
            </a:r>
            <a:r>
              <a:rPr lang="en-ZA" dirty="0"/>
              <a:t>5</a:t>
            </a:r>
            <a:r>
              <a:rPr dirty="0"/>
              <a:t>0 – R</a:t>
            </a:r>
            <a:r>
              <a:rPr lang="en-ZA" dirty="0"/>
              <a:t>2</a:t>
            </a:r>
            <a:r>
              <a:rPr dirty="0"/>
              <a:t>50</a:t>
            </a:r>
            <a:endParaRPr lang="en-ZA" dirty="0"/>
          </a:p>
          <a:p>
            <a:r>
              <a:rPr lang="en-ZA" dirty="0"/>
              <a:t>Step down Module: R340 – R400</a:t>
            </a:r>
            <a:endParaRPr dirty="0"/>
          </a:p>
          <a:p>
            <a:r>
              <a:rPr dirty="0"/>
              <a:t>Total per unit estimate: ±R</a:t>
            </a:r>
            <a:r>
              <a:rPr lang="en-ZA" dirty="0"/>
              <a:t>16</a:t>
            </a:r>
            <a:r>
              <a:rPr dirty="0"/>
              <a:t>00 – R</a:t>
            </a:r>
            <a:r>
              <a:rPr lang="en-ZA" dirty="0"/>
              <a:t>20</a:t>
            </a:r>
            <a:r>
              <a:rPr dirty="0"/>
              <a:t>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Requested from CPUT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Prototype hardware funding</a:t>
            </a:r>
          </a:p>
          <a:p>
            <a:r>
              <a:rPr dirty="0"/>
              <a:t>Access to labs and mentorship</a:t>
            </a:r>
          </a:p>
          <a:p>
            <a:r>
              <a:rPr dirty="0"/>
              <a:t>Possible incubation under tech transfer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AutoGuardian has the potential to significantly reduce vehicle theft in South Africa.</a:t>
            </a:r>
          </a:p>
          <a:p>
            <a:r>
              <a:t>With CPUT's support, prototype production and testing can begin immediately.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253</Words>
  <Application>Microsoft Office PowerPoint</Application>
  <PresentationFormat>On-screen Show (4:3)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AutoGuardian: Smart Vehicle Anti-Theft System</vt:lpstr>
      <vt:lpstr>Problem Statement</vt:lpstr>
      <vt:lpstr>The Solution – AutoGuardian</vt:lpstr>
      <vt:lpstr>Key Features</vt:lpstr>
      <vt:lpstr>System Architecture</vt:lpstr>
      <vt:lpstr>Prototype &amp; Demo</vt:lpstr>
      <vt:lpstr>Mobile App Home Page</vt:lpstr>
      <vt:lpstr>Market Opportunity</vt:lpstr>
      <vt:lpstr>Estimated Hardware Cost</vt:lpstr>
      <vt:lpstr>Support Requested from CPUT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Banele Mdladla</dc:creator>
  <cp:keywords/>
  <dc:description>generated using python-pptx</dc:description>
  <cp:lastModifiedBy>Nkosiyabo Mdladla</cp:lastModifiedBy>
  <cp:revision>2</cp:revision>
  <dcterms:created xsi:type="dcterms:W3CDTF">2013-01-27T09:14:16Z</dcterms:created>
  <dcterms:modified xsi:type="dcterms:W3CDTF">2025-08-04T19:40:24Z</dcterms:modified>
  <cp:category/>
</cp:coreProperties>
</file>