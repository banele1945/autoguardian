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62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883FB68-58D9-47D1-8C6F-C4CB0C361F20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2435A0D-0DCA-4FBF-BEA4-6FE5B0F683DA}">
      <dgm:prSet/>
      <dgm:spPr/>
      <dgm:t>
        <a:bodyPr/>
        <a:lstStyle/>
        <a:p>
          <a:r>
            <a:rPr lang="en-US" b="0" i="0" dirty="0"/>
            <a:t>Vehicle theft is a major issue in South Africa, with thousands of cars stolen each year.</a:t>
          </a:r>
          <a:endParaRPr lang="en-US" dirty="0"/>
        </a:p>
      </dgm:t>
    </dgm:pt>
    <dgm:pt modelId="{5D618082-F88D-40DB-A1DA-295C3DE22842}" type="parTrans" cxnId="{65AEB209-C1AC-40EF-902F-769615C4BE43}">
      <dgm:prSet/>
      <dgm:spPr/>
      <dgm:t>
        <a:bodyPr/>
        <a:lstStyle/>
        <a:p>
          <a:endParaRPr lang="en-US"/>
        </a:p>
      </dgm:t>
    </dgm:pt>
    <dgm:pt modelId="{E9581BE3-D488-4ED6-B4CF-F09E71549C8F}" type="sibTrans" cxnId="{65AEB209-C1AC-40EF-902F-769615C4BE43}">
      <dgm:prSet/>
      <dgm:spPr/>
      <dgm:t>
        <a:bodyPr/>
        <a:lstStyle/>
        <a:p>
          <a:endParaRPr lang="en-US"/>
        </a:p>
      </dgm:t>
    </dgm:pt>
    <dgm:pt modelId="{CE8AB288-0E2D-4012-B727-CC38A5A61C34}">
      <dgm:prSet/>
      <dgm:spPr/>
      <dgm:t>
        <a:bodyPr/>
        <a:lstStyle/>
        <a:p>
          <a:r>
            <a:rPr lang="en-US" b="0" i="0" dirty="0"/>
            <a:t>Current systems are expensive and reactive, often only alerting after the theft has occurred.</a:t>
          </a:r>
          <a:endParaRPr lang="en-US" dirty="0"/>
        </a:p>
      </dgm:t>
    </dgm:pt>
    <dgm:pt modelId="{6455AA53-7F35-4CCE-B910-A6A6B20D1805}" type="parTrans" cxnId="{56E2A6CD-B4FF-46CB-8A28-197152A61478}">
      <dgm:prSet/>
      <dgm:spPr/>
      <dgm:t>
        <a:bodyPr/>
        <a:lstStyle/>
        <a:p>
          <a:endParaRPr lang="en-US"/>
        </a:p>
      </dgm:t>
    </dgm:pt>
    <dgm:pt modelId="{C906110D-054F-47F2-BECE-1C8CEAA6CD39}" type="sibTrans" cxnId="{56E2A6CD-B4FF-46CB-8A28-197152A61478}">
      <dgm:prSet/>
      <dgm:spPr/>
      <dgm:t>
        <a:bodyPr/>
        <a:lstStyle/>
        <a:p>
          <a:endParaRPr lang="en-US"/>
        </a:p>
      </dgm:t>
    </dgm:pt>
    <dgm:pt modelId="{E6D12BB9-6ED8-46C7-9D1D-8C74ECFCED6D}">
      <dgm:prSet/>
      <dgm:spPr/>
      <dgm:t>
        <a:bodyPr/>
        <a:lstStyle/>
        <a:p>
          <a:r>
            <a:rPr lang="en-US" b="0" i="0" dirty="0"/>
            <a:t>There is a need for a smart, affordable, and proactive system to stop theft before it happens.</a:t>
          </a:r>
          <a:endParaRPr lang="en-US" dirty="0"/>
        </a:p>
      </dgm:t>
    </dgm:pt>
    <dgm:pt modelId="{3C614711-36E4-4E20-9CA4-903385B47988}" type="parTrans" cxnId="{5029B78F-6AF6-46F5-9604-9A24C5C1BEDF}">
      <dgm:prSet/>
      <dgm:spPr/>
      <dgm:t>
        <a:bodyPr/>
        <a:lstStyle/>
        <a:p>
          <a:endParaRPr lang="en-US"/>
        </a:p>
      </dgm:t>
    </dgm:pt>
    <dgm:pt modelId="{9EE0BB23-26A3-4F1C-9884-F362E3FAD455}" type="sibTrans" cxnId="{5029B78F-6AF6-46F5-9604-9A24C5C1BEDF}">
      <dgm:prSet/>
      <dgm:spPr/>
      <dgm:t>
        <a:bodyPr/>
        <a:lstStyle/>
        <a:p>
          <a:endParaRPr lang="en-US"/>
        </a:p>
      </dgm:t>
    </dgm:pt>
    <dgm:pt modelId="{EE272E76-5251-447D-A63A-264A4701D8D9}" type="pres">
      <dgm:prSet presAssocID="{5883FB68-58D9-47D1-8C6F-C4CB0C361F20}" presName="outerComposite" presStyleCnt="0">
        <dgm:presLayoutVars>
          <dgm:chMax val="5"/>
          <dgm:dir/>
          <dgm:resizeHandles val="exact"/>
        </dgm:presLayoutVars>
      </dgm:prSet>
      <dgm:spPr/>
    </dgm:pt>
    <dgm:pt modelId="{64BCAD44-CBE6-42EA-A0C2-C3ED1C7D14BF}" type="pres">
      <dgm:prSet presAssocID="{5883FB68-58D9-47D1-8C6F-C4CB0C361F20}" presName="dummyMaxCanvas" presStyleCnt="0">
        <dgm:presLayoutVars/>
      </dgm:prSet>
      <dgm:spPr/>
    </dgm:pt>
    <dgm:pt modelId="{760F32CF-D840-46AF-B28B-90AD944AA5D1}" type="pres">
      <dgm:prSet presAssocID="{5883FB68-58D9-47D1-8C6F-C4CB0C361F20}" presName="ThreeNodes_1" presStyleLbl="node1" presStyleIdx="0" presStyleCnt="3">
        <dgm:presLayoutVars>
          <dgm:bulletEnabled val="1"/>
        </dgm:presLayoutVars>
      </dgm:prSet>
      <dgm:spPr/>
    </dgm:pt>
    <dgm:pt modelId="{124270E5-9303-4FAE-8AB7-1AC1DB3F0533}" type="pres">
      <dgm:prSet presAssocID="{5883FB68-58D9-47D1-8C6F-C4CB0C361F20}" presName="ThreeNodes_2" presStyleLbl="node1" presStyleIdx="1" presStyleCnt="3">
        <dgm:presLayoutVars>
          <dgm:bulletEnabled val="1"/>
        </dgm:presLayoutVars>
      </dgm:prSet>
      <dgm:spPr/>
    </dgm:pt>
    <dgm:pt modelId="{09D39838-038B-4ECA-B359-BFDFCD6EB742}" type="pres">
      <dgm:prSet presAssocID="{5883FB68-58D9-47D1-8C6F-C4CB0C361F20}" presName="ThreeNodes_3" presStyleLbl="node1" presStyleIdx="2" presStyleCnt="3">
        <dgm:presLayoutVars>
          <dgm:bulletEnabled val="1"/>
        </dgm:presLayoutVars>
      </dgm:prSet>
      <dgm:spPr/>
    </dgm:pt>
    <dgm:pt modelId="{26F99B65-75E8-4733-ADE6-E4A63710546C}" type="pres">
      <dgm:prSet presAssocID="{5883FB68-58D9-47D1-8C6F-C4CB0C361F20}" presName="ThreeConn_1-2" presStyleLbl="fgAccFollowNode1" presStyleIdx="0" presStyleCnt="2">
        <dgm:presLayoutVars>
          <dgm:bulletEnabled val="1"/>
        </dgm:presLayoutVars>
      </dgm:prSet>
      <dgm:spPr/>
    </dgm:pt>
    <dgm:pt modelId="{2FF11322-61F9-4166-A846-84BC5A4DE41F}" type="pres">
      <dgm:prSet presAssocID="{5883FB68-58D9-47D1-8C6F-C4CB0C361F20}" presName="ThreeConn_2-3" presStyleLbl="fgAccFollowNode1" presStyleIdx="1" presStyleCnt="2">
        <dgm:presLayoutVars>
          <dgm:bulletEnabled val="1"/>
        </dgm:presLayoutVars>
      </dgm:prSet>
      <dgm:spPr/>
    </dgm:pt>
    <dgm:pt modelId="{284A4C1E-FAF3-4D9D-966D-4F90A3868BEB}" type="pres">
      <dgm:prSet presAssocID="{5883FB68-58D9-47D1-8C6F-C4CB0C361F20}" presName="ThreeNodes_1_text" presStyleLbl="node1" presStyleIdx="2" presStyleCnt="3">
        <dgm:presLayoutVars>
          <dgm:bulletEnabled val="1"/>
        </dgm:presLayoutVars>
      </dgm:prSet>
      <dgm:spPr/>
    </dgm:pt>
    <dgm:pt modelId="{47AFBDB4-5418-4343-90B3-1F70D1D409A8}" type="pres">
      <dgm:prSet presAssocID="{5883FB68-58D9-47D1-8C6F-C4CB0C361F20}" presName="ThreeNodes_2_text" presStyleLbl="node1" presStyleIdx="2" presStyleCnt="3">
        <dgm:presLayoutVars>
          <dgm:bulletEnabled val="1"/>
        </dgm:presLayoutVars>
      </dgm:prSet>
      <dgm:spPr/>
    </dgm:pt>
    <dgm:pt modelId="{4F709B64-535F-4C5F-841C-A4451EBC4F94}" type="pres">
      <dgm:prSet presAssocID="{5883FB68-58D9-47D1-8C6F-C4CB0C361F20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65AEB209-C1AC-40EF-902F-769615C4BE43}" srcId="{5883FB68-58D9-47D1-8C6F-C4CB0C361F20}" destId="{32435A0D-0DCA-4FBF-BEA4-6FE5B0F683DA}" srcOrd="0" destOrd="0" parTransId="{5D618082-F88D-40DB-A1DA-295C3DE22842}" sibTransId="{E9581BE3-D488-4ED6-B4CF-F09E71549C8F}"/>
    <dgm:cxn modelId="{0650653D-BD43-4CE0-B92C-7F25D74F883A}" type="presOf" srcId="{CE8AB288-0E2D-4012-B727-CC38A5A61C34}" destId="{47AFBDB4-5418-4343-90B3-1F70D1D409A8}" srcOrd="1" destOrd="0" presId="urn:microsoft.com/office/officeart/2005/8/layout/vProcess5"/>
    <dgm:cxn modelId="{13300D5C-A7F4-40DD-A060-01A4AF92C7C7}" type="presOf" srcId="{CE8AB288-0E2D-4012-B727-CC38A5A61C34}" destId="{124270E5-9303-4FAE-8AB7-1AC1DB3F0533}" srcOrd="0" destOrd="0" presId="urn:microsoft.com/office/officeart/2005/8/layout/vProcess5"/>
    <dgm:cxn modelId="{C3BF1F46-80C3-469B-938E-BB1B8C4721EC}" type="presOf" srcId="{E6D12BB9-6ED8-46C7-9D1D-8C74ECFCED6D}" destId="{09D39838-038B-4ECA-B359-BFDFCD6EB742}" srcOrd="0" destOrd="0" presId="urn:microsoft.com/office/officeart/2005/8/layout/vProcess5"/>
    <dgm:cxn modelId="{51F0D86D-2257-42FE-9F6C-D11E8E625C29}" type="presOf" srcId="{32435A0D-0DCA-4FBF-BEA4-6FE5B0F683DA}" destId="{760F32CF-D840-46AF-B28B-90AD944AA5D1}" srcOrd="0" destOrd="0" presId="urn:microsoft.com/office/officeart/2005/8/layout/vProcess5"/>
    <dgm:cxn modelId="{5029B78F-6AF6-46F5-9604-9A24C5C1BEDF}" srcId="{5883FB68-58D9-47D1-8C6F-C4CB0C361F20}" destId="{E6D12BB9-6ED8-46C7-9D1D-8C74ECFCED6D}" srcOrd="2" destOrd="0" parTransId="{3C614711-36E4-4E20-9CA4-903385B47988}" sibTransId="{9EE0BB23-26A3-4F1C-9884-F362E3FAD455}"/>
    <dgm:cxn modelId="{C67E45A7-8B56-4DD1-A7A2-CD3529C39571}" type="presOf" srcId="{E6D12BB9-6ED8-46C7-9D1D-8C74ECFCED6D}" destId="{4F709B64-535F-4C5F-841C-A4451EBC4F94}" srcOrd="1" destOrd="0" presId="urn:microsoft.com/office/officeart/2005/8/layout/vProcess5"/>
    <dgm:cxn modelId="{1B5D26B2-B5CE-44B4-86E4-4756DDFF0264}" type="presOf" srcId="{E9581BE3-D488-4ED6-B4CF-F09E71549C8F}" destId="{26F99B65-75E8-4733-ADE6-E4A63710546C}" srcOrd="0" destOrd="0" presId="urn:microsoft.com/office/officeart/2005/8/layout/vProcess5"/>
    <dgm:cxn modelId="{7B0A99B5-A1AC-4397-8EBA-2B28FB826342}" type="presOf" srcId="{5883FB68-58D9-47D1-8C6F-C4CB0C361F20}" destId="{EE272E76-5251-447D-A63A-264A4701D8D9}" srcOrd="0" destOrd="0" presId="urn:microsoft.com/office/officeart/2005/8/layout/vProcess5"/>
    <dgm:cxn modelId="{56E2A6CD-B4FF-46CB-8A28-197152A61478}" srcId="{5883FB68-58D9-47D1-8C6F-C4CB0C361F20}" destId="{CE8AB288-0E2D-4012-B727-CC38A5A61C34}" srcOrd="1" destOrd="0" parTransId="{6455AA53-7F35-4CCE-B910-A6A6B20D1805}" sibTransId="{C906110D-054F-47F2-BECE-1C8CEAA6CD39}"/>
    <dgm:cxn modelId="{E95B48D0-1143-4667-99FA-DE35DA6A4464}" type="presOf" srcId="{C906110D-054F-47F2-BECE-1C8CEAA6CD39}" destId="{2FF11322-61F9-4166-A846-84BC5A4DE41F}" srcOrd="0" destOrd="0" presId="urn:microsoft.com/office/officeart/2005/8/layout/vProcess5"/>
    <dgm:cxn modelId="{E55125ED-9C54-4EBC-9E73-97760CA7B0AC}" type="presOf" srcId="{32435A0D-0DCA-4FBF-BEA4-6FE5B0F683DA}" destId="{284A4C1E-FAF3-4D9D-966D-4F90A3868BEB}" srcOrd="1" destOrd="0" presId="urn:microsoft.com/office/officeart/2005/8/layout/vProcess5"/>
    <dgm:cxn modelId="{42B55FC4-3997-4B98-8E60-671038A9171C}" type="presParOf" srcId="{EE272E76-5251-447D-A63A-264A4701D8D9}" destId="{64BCAD44-CBE6-42EA-A0C2-C3ED1C7D14BF}" srcOrd="0" destOrd="0" presId="urn:microsoft.com/office/officeart/2005/8/layout/vProcess5"/>
    <dgm:cxn modelId="{65B33EBA-A848-45FB-9516-9C22750E4C01}" type="presParOf" srcId="{EE272E76-5251-447D-A63A-264A4701D8D9}" destId="{760F32CF-D840-46AF-B28B-90AD944AA5D1}" srcOrd="1" destOrd="0" presId="urn:microsoft.com/office/officeart/2005/8/layout/vProcess5"/>
    <dgm:cxn modelId="{09BEB059-2155-4BFD-B336-487F95B227EB}" type="presParOf" srcId="{EE272E76-5251-447D-A63A-264A4701D8D9}" destId="{124270E5-9303-4FAE-8AB7-1AC1DB3F0533}" srcOrd="2" destOrd="0" presId="urn:microsoft.com/office/officeart/2005/8/layout/vProcess5"/>
    <dgm:cxn modelId="{5BD8FB16-FBDB-4AD1-81E1-FD555B274854}" type="presParOf" srcId="{EE272E76-5251-447D-A63A-264A4701D8D9}" destId="{09D39838-038B-4ECA-B359-BFDFCD6EB742}" srcOrd="3" destOrd="0" presId="urn:microsoft.com/office/officeart/2005/8/layout/vProcess5"/>
    <dgm:cxn modelId="{BEC890EB-D813-447E-9BC7-6B134316E62B}" type="presParOf" srcId="{EE272E76-5251-447D-A63A-264A4701D8D9}" destId="{26F99B65-75E8-4733-ADE6-E4A63710546C}" srcOrd="4" destOrd="0" presId="urn:microsoft.com/office/officeart/2005/8/layout/vProcess5"/>
    <dgm:cxn modelId="{A7FC0971-6367-4D64-BB1A-17B417F7986C}" type="presParOf" srcId="{EE272E76-5251-447D-A63A-264A4701D8D9}" destId="{2FF11322-61F9-4166-A846-84BC5A4DE41F}" srcOrd="5" destOrd="0" presId="urn:microsoft.com/office/officeart/2005/8/layout/vProcess5"/>
    <dgm:cxn modelId="{C421ED94-1160-4A77-AD87-B46C7D30F8EE}" type="presParOf" srcId="{EE272E76-5251-447D-A63A-264A4701D8D9}" destId="{284A4C1E-FAF3-4D9D-966D-4F90A3868BEB}" srcOrd="6" destOrd="0" presId="urn:microsoft.com/office/officeart/2005/8/layout/vProcess5"/>
    <dgm:cxn modelId="{B4024DCD-DAC7-4178-8727-5EF1679C5A41}" type="presParOf" srcId="{EE272E76-5251-447D-A63A-264A4701D8D9}" destId="{47AFBDB4-5418-4343-90B3-1F70D1D409A8}" srcOrd="7" destOrd="0" presId="urn:microsoft.com/office/officeart/2005/8/layout/vProcess5"/>
    <dgm:cxn modelId="{8AF35EB0-C719-4AF0-ACB8-02AEED7EAE0D}" type="presParOf" srcId="{EE272E76-5251-447D-A63A-264A4701D8D9}" destId="{4F709B64-535F-4C5F-841C-A4451EBC4F94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9F07673-57AE-4C6B-8FCB-80D5B0D0FED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513E1DD7-2B88-4ACF-B1D7-EBE483F11270}">
      <dgm:prSet/>
      <dgm:spPr/>
      <dgm:t>
        <a:bodyPr/>
        <a:lstStyle/>
        <a:p>
          <a:r>
            <a:rPr lang="en-US" b="0" i="0"/>
            <a:t>AutoGuardian is a smart anti-theft system integrating sensors, GSM/GPS, and mobile app control.</a:t>
          </a:r>
          <a:endParaRPr lang="en-US"/>
        </a:p>
      </dgm:t>
    </dgm:pt>
    <dgm:pt modelId="{D625A6B4-BB2F-4C29-A9F3-1E51CD273C78}" type="parTrans" cxnId="{A4E1B7EC-08E0-4809-8816-2060CF513521}">
      <dgm:prSet/>
      <dgm:spPr/>
      <dgm:t>
        <a:bodyPr/>
        <a:lstStyle/>
        <a:p>
          <a:endParaRPr lang="en-US"/>
        </a:p>
      </dgm:t>
    </dgm:pt>
    <dgm:pt modelId="{5665FB0B-5597-4FEF-BC8A-74779A5B1C8D}" type="sibTrans" cxnId="{A4E1B7EC-08E0-4809-8816-2060CF513521}">
      <dgm:prSet/>
      <dgm:spPr/>
      <dgm:t>
        <a:bodyPr/>
        <a:lstStyle/>
        <a:p>
          <a:endParaRPr lang="en-US"/>
        </a:p>
      </dgm:t>
    </dgm:pt>
    <dgm:pt modelId="{E7360139-DC8A-428D-9B34-17583B9F6A0E}">
      <dgm:prSet/>
      <dgm:spPr/>
      <dgm:t>
        <a:bodyPr/>
        <a:lstStyle/>
        <a:p>
          <a:r>
            <a:rPr lang="en-US" b="0" i="0"/>
            <a:t>It detects suspicious behavior and allows remote immobilization.</a:t>
          </a:r>
          <a:endParaRPr lang="en-US"/>
        </a:p>
      </dgm:t>
    </dgm:pt>
    <dgm:pt modelId="{BDF56812-6226-49AF-A2CB-C4E49266E256}" type="parTrans" cxnId="{B9686C78-1F8A-44AB-AE6D-EABBE5C8FE0B}">
      <dgm:prSet/>
      <dgm:spPr/>
      <dgm:t>
        <a:bodyPr/>
        <a:lstStyle/>
        <a:p>
          <a:endParaRPr lang="en-US"/>
        </a:p>
      </dgm:t>
    </dgm:pt>
    <dgm:pt modelId="{B9358062-2C62-47D0-86D2-80B43158D641}" type="sibTrans" cxnId="{B9686C78-1F8A-44AB-AE6D-EABBE5C8FE0B}">
      <dgm:prSet/>
      <dgm:spPr/>
      <dgm:t>
        <a:bodyPr/>
        <a:lstStyle/>
        <a:p>
          <a:endParaRPr lang="en-US"/>
        </a:p>
      </dgm:t>
    </dgm:pt>
    <dgm:pt modelId="{9FFE25B2-D34B-4838-BAA9-41C00AB94303}">
      <dgm:prSet/>
      <dgm:spPr/>
      <dgm:t>
        <a:bodyPr/>
        <a:lstStyle/>
        <a:p>
          <a:r>
            <a:rPr lang="en-US" b="0" i="0"/>
            <a:t>Affordable, scalable, and proactive.</a:t>
          </a:r>
          <a:endParaRPr lang="en-US"/>
        </a:p>
      </dgm:t>
    </dgm:pt>
    <dgm:pt modelId="{196B4E60-9EC3-4B19-910E-A337C79AB42D}" type="parTrans" cxnId="{15A7EA25-D5DB-4DBF-8BF4-EE7689006779}">
      <dgm:prSet/>
      <dgm:spPr/>
      <dgm:t>
        <a:bodyPr/>
        <a:lstStyle/>
        <a:p>
          <a:endParaRPr lang="en-US"/>
        </a:p>
      </dgm:t>
    </dgm:pt>
    <dgm:pt modelId="{373A9151-BC31-462C-B10C-7FC27443081F}" type="sibTrans" cxnId="{15A7EA25-D5DB-4DBF-8BF4-EE7689006779}">
      <dgm:prSet/>
      <dgm:spPr/>
      <dgm:t>
        <a:bodyPr/>
        <a:lstStyle/>
        <a:p>
          <a:endParaRPr lang="en-US"/>
        </a:p>
      </dgm:t>
    </dgm:pt>
    <dgm:pt modelId="{77BD046A-68D2-4742-8B30-F1F0709CEF61}" type="pres">
      <dgm:prSet presAssocID="{49F07673-57AE-4C6B-8FCB-80D5B0D0FEDB}" presName="root" presStyleCnt="0">
        <dgm:presLayoutVars>
          <dgm:dir/>
          <dgm:resizeHandles val="exact"/>
        </dgm:presLayoutVars>
      </dgm:prSet>
      <dgm:spPr/>
    </dgm:pt>
    <dgm:pt modelId="{06BFC5CF-D3AE-4B56-AE7F-968DF2320FBA}" type="pres">
      <dgm:prSet presAssocID="{513E1DD7-2B88-4ACF-B1D7-EBE483F11270}" presName="compNode" presStyleCnt="0"/>
      <dgm:spPr/>
    </dgm:pt>
    <dgm:pt modelId="{7539C8D1-CEB9-4CB0-97C1-10BE31144B0B}" type="pres">
      <dgm:prSet presAssocID="{513E1DD7-2B88-4ACF-B1D7-EBE483F11270}" presName="bgRect" presStyleLbl="bgShp" presStyleIdx="0" presStyleCnt="3"/>
      <dgm:spPr/>
    </dgm:pt>
    <dgm:pt modelId="{8C2DEA19-7D33-4425-B297-82A48297D20A}" type="pres">
      <dgm:prSet presAssocID="{513E1DD7-2B88-4ACF-B1D7-EBE483F1127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43795D6C-3163-4956-BAAE-5D0B49D64959}" type="pres">
      <dgm:prSet presAssocID="{513E1DD7-2B88-4ACF-B1D7-EBE483F11270}" presName="spaceRect" presStyleCnt="0"/>
      <dgm:spPr/>
    </dgm:pt>
    <dgm:pt modelId="{D8A42422-B862-4A69-B855-AC24D0C1A7DE}" type="pres">
      <dgm:prSet presAssocID="{513E1DD7-2B88-4ACF-B1D7-EBE483F11270}" presName="parTx" presStyleLbl="revTx" presStyleIdx="0" presStyleCnt="3">
        <dgm:presLayoutVars>
          <dgm:chMax val="0"/>
          <dgm:chPref val="0"/>
        </dgm:presLayoutVars>
      </dgm:prSet>
      <dgm:spPr/>
    </dgm:pt>
    <dgm:pt modelId="{2D175685-B544-470B-89F9-21BAD7A56E07}" type="pres">
      <dgm:prSet presAssocID="{5665FB0B-5597-4FEF-BC8A-74779A5B1C8D}" presName="sibTrans" presStyleCnt="0"/>
      <dgm:spPr/>
    </dgm:pt>
    <dgm:pt modelId="{395A1DEA-FDC7-40CE-8342-3DCD628A847B}" type="pres">
      <dgm:prSet presAssocID="{E7360139-DC8A-428D-9B34-17583B9F6A0E}" presName="compNode" presStyleCnt="0"/>
      <dgm:spPr/>
    </dgm:pt>
    <dgm:pt modelId="{BEBAE6C6-A368-4577-A12E-D81C12B786C2}" type="pres">
      <dgm:prSet presAssocID="{E7360139-DC8A-428D-9B34-17583B9F6A0E}" presName="bgRect" presStyleLbl="bgShp" presStyleIdx="1" presStyleCnt="3"/>
      <dgm:spPr/>
    </dgm:pt>
    <dgm:pt modelId="{D49DAD0B-C45D-44DF-ADB5-93A99F7BE484}" type="pres">
      <dgm:prSet presAssocID="{E7360139-DC8A-428D-9B34-17583B9F6A0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licopter"/>
        </a:ext>
      </dgm:extLst>
    </dgm:pt>
    <dgm:pt modelId="{FA4AF7D7-22C4-4686-BCDD-D52F14343289}" type="pres">
      <dgm:prSet presAssocID="{E7360139-DC8A-428D-9B34-17583B9F6A0E}" presName="spaceRect" presStyleCnt="0"/>
      <dgm:spPr/>
    </dgm:pt>
    <dgm:pt modelId="{E2D97F5E-C57F-466A-BF57-C7F1BC07EB85}" type="pres">
      <dgm:prSet presAssocID="{E7360139-DC8A-428D-9B34-17583B9F6A0E}" presName="parTx" presStyleLbl="revTx" presStyleIdx="1" presStyleCnt="3">
        <dgm:presLayoutVars>
          <dgm:chMax val="0"/>
          <dgm:chPref val="0"/>
        </dgm:presLayoutVars>
      </dgm:prSet>
      <dgm:spPr/>
    </dgm:pt>
    <dgm:pt modelId="{22A27938-6B0D-4838-A965-39CCA6E66EB6}" type="pres">
      <dgm:prSet presAssocID="{B9358062-2C62-47D0-86D2-80B43158D641}" presName="sibTrans" presStyleCnt="0"/>
      <dgm:spPr/>
    </dgm:pt>
    <dgm:pt modelId="{B92AB8BF-2BEF-4B1A-A6FC-FC20B5D29188}" type="pres">
      <dgm:prSet presAssocID="{9FFE25B2-D34B-4838-BAA9-41C00AB94303}" presName="compNode" presStyleCnt="0"/>
      <dgm:spPr/>
    </dgm:pt>
    <dgm:pt modelId="{7B81DA0C-94BA-4DAF-A2B2-6E31AA82C670}" type="pres">
      <dgm:prSet presAssocID="{9FFE25B2-D34B-4838-BAA9-41C00AB94303}" presName="bgRect" presStyleLbl="bgShp" presStyleIdx="2" presStyleCnt="3"/>
      <dgm:spPr/>
    </dgm:pt>
    <dgm:pt modelId="{C9D5BFCD-F31C-4A0B-B5D1-591F6AE93C05}" type="pres">
      <dgm:prSet presAssocID="{9FFE25B2-D34B-4838-BAA9-41C00AB9430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D9C265C6-046E-4894-869C-874AF1F10194}" type="pres">
      <dgm:prSet presAssocID="{9FFE25B2-D34B-4838-BAA9-41C00AB94303}" presName="spaceRect" presStyleCnt="0"/>
      <dgm:spPr/>
    </dgm:pt>
    <dgm:pt modelId="{6793ACB0-DF30-4A35-B53D-0BBA61A8213B}" type="pres">
      <dgm:prSet presAssocID="{9FFE25B2-D34B-4838-BAA9-41C00AB94303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15A7EA25-D5DB-4DBF-8BF4-EE7689006779}" srcId="{49F07673-57AE-4C6B-8FCB-80D5B0D0FEDB}" destId="{9FFE25B2-D34B-4838-BAA9-41C00AB94303}" srcOrd="2" destOrd="0" parTransId="{196B4E60-9EC3-4B19-910E-A337C79AB42D}" sibTransId="{373A9151-BC31-462C-B10C-7FC27443081F}"/>
    <dgm:cxn modelId="{C711DE6D-01FF-4B0D-BBEE-51239A57191F}" type="presOf" srcId="{E7360139-DC8A-428D-9B34-17583B9F6A0E}" destId="{E2D97F5E-C57F-466A-BF57-C7F1BC07EB85}" srcOrd="0" destOrd="0" presId="urn:microsoft.com/office/officeart/2018/2/layout/IconVerticalSolidList"/>
    <dgm:cxn modelId="{B9686C78-1F8A-44AB-AE6D-EABBE5C8FE0B}" srcId="{49F07673-57AE-4C6B-8FCB-80D5B0D0FEDB}" destId="{E7360139-DC8A-428D-9B34-17583B9F6A0E}" srcOrd="1" destOrd="0" parTransId="{BDF56812-6226-49AF-A2CB-C4E49266E256}" sibTransId="{B9358062-2C62-47D0-86D2-80B43158D641}"/>
    <dgm:cxn modelId="{E62FDDBA-4521-4103-8636-65FFEE6A155B}" type="presOf" srcId="{49F07673-57AE-4C6B-8FCB-80D5B0D0FEDB}" destId="{77BD046A-68D2-4742-8B30-F1F0709CEF61}" srcOrd="0" destOrd="0" presId="urn:microsoft.com/office/officeart/2018/2/layout/IconVerticalSolidList"/>
    <dgm:cxn modelId="{4BA63CD3-2692-44F9-AC0F-553F908979FF}" type="presOf" srcId="{513E1DD7-2B88-4ACF-B1D7-EBE483F11270}" destId="{D8A42422-B862-4A69-B855-AC24D0C1A7DE}" srcOrd="0" destOrd="0" presId="urn:microsoft.com/office/officeart/2018/2/layout/IconVerticalSolidList"/>
    <dgm:cxn modelId="{A4E1B7EC-08E0-4809-8816-2060CF513521}" srcId="{49F07673-57AE-4C6B-8FCB-80D5B0D0FEDB}" destId="{513E1DD7-2B88-4ACF-B1D7-EBE483F11270}" srcOrd="0" destOrd="0" parTransId="{D625A6B4-BB2F-4C29-A9F3-1E51CD273C78}" sibTransId="{5665FB0B-5597-4FEF-BC8A-74779A5B1C8D}"/>
    <dgm:cxn modelId="{E146FAF8-3E96-47CC-968F-402E2926382F}" type="presOf" srcId="{9FFE25B2-D34B-4838-BAA9-41C00AB94303}" destId="{6793ACB0-DF30-4A35-B53D-0BBA61A8213B}" srcOrd="0" destOrd="0" presId="urn:microsoft.com/office/officeart/2018/2/layout/IconVerticalSolidList"/>
    <dgm:cxn modelId="{D839A946-A2A3-46F9-8894-FF3E104810B5}" type="presParOf" srcId="{77BD046A-68D2-4742-8B30-F1F0709CEF61}" destId="{06BFC5CF-D3AE-4B56-AE7F-968DF2320FBA}" srcOrd="0" destOrd="0" presId="urn:microsoft.com/office/officeart/2018/2/layout/IconVerticalSolidList"/>
    <dgm:cxn modelId="{EF059B31-373F-44C9-B4D4-28A48C0E2428}" type="presParOf" srcId="{06BFC5CF-D3AE-4B56-AE7F-968DF2320FBA}" destId="{7539C8D1-CEB9-4CB0-97C1-10BE31144B0B}" srcOrd="0" destOrd="0" presId="urn:microsoft.com/office/officeart/2018/2/layout/IconVerticalSolidList"/>
    <dgm:cxn modelId="{FD340720-2758-458C-93AB-5C63AB44FFBB}" type="presParOf" srcId="{06BFC5CF-D3AE-4B56-AE7F-968DF2320FBA}" destId="{8C2DEA19-7D33-4425-B297-82A48297D20A}" srcOrd="1" destOrd="0" presId="urn:microsoft.com/office/officeart/2018/2/layout/IconVerticalSolidList"/>
    <dgm:cxn modelId="{E51CAE39-3102-425F-8153-5BA3CBCF395C}" type="presParOf" srcId="{06BFC5CF-D3AE-4B56-AE7F-968DF2320FBA}" destId="{43795D6C-3163-4956-BAAE-5D0B49D64959}" srcOrd="2" destOrd="0" presId="urn:microsoft.com/office/officeart/2018/2/layout/IconVerticalSolidList"/>
    <dgm:cxn modelId="{4C268F7F-10F8-4CE9-A9DC-55B0FBF219DC}" type="presParOf" srcId="{06BFC5CF-D3AE-4B56-AE7F-968DF2320FBA}" destId="{D8A42422-B862-4A69-B855-AC24D0C1A7DE}" srcOrd="3" destOrd="0" presId="urn:microsoft.com/office/officeart/2018/2/layout/IconVerticalSolidList"/>
    <dgm:cxn modelId="{046370B5-4C8C-4571-A795-987B2793C10D}" type="presParOf" srcId="{77BD046A-68D2-4742-8B30-F1F0709CEF61}" destId="{2D175685-B544-470B-89F9-21BAD7A56E07}" srcOrd="1" destOrd="0" presId="urn:microsoft.com/office/officeart/2018/2/layout/IconVerticalSolidList"/>
    <dgm:cxn modelId="{DF3CAC5D-D693-425E-B114-83851ED2505E}" type="presParOf" srcId="{77BD046A-68D2-4742-8B30-F1F0709CEF61}" destId="{395A1DEA-FDC7-40CE-8342-3DCD628A847B}" srcOrd="2" destOrd="0" presId="urn:microsoft.com/office/officeart/2018/2/layout/IconVerticalSolidList"/>
    <dgm:cxn modelId="{76A56D48-7D5E-4D6C-BE62-93AB5F9323A2}" type="presParOf" srcId="{395A1DEA-FDC7-40CE-8342-3DCD628A847B}" destId="{BEBAE6C6-A368-4577-A12E-D81C12B786C2}" srcOrd="0" destOrd="0" presId="urn:microsoft.com/office/officeart/2018/2/layout/IconVerticalSolidList"/>
    <dgm:cxn modelId="{CF6AC46B-4FA2-4E80-A7D8-1E4E8D487F61}" type="presParOf" srcId="{395A1DEA-FDC7-40CE-8342-3DCD628A847B}" destId="{D49DAD0B-C45D-44DF-ADB5-93A99F7BE484}" srcOrd="1" destOrd="0" presId="urn:microsoft.com/office/officeart/2018/2/layout/IconVerticalSolidList"/>
    <dgm:cxn modelId="{0E0CC7E7-42C5-4EE1-9FCE-3AC4860FCE3B}" type="presParOf" srcId="{395A1DEA-FDC7-40CE-8342-3DCD628A847B}" destId="{FA4AF7D7-22C4-4686-BCDD-D52F14343289}" srcOrd="2" destOrd="0" presId="urn:microsoft.com/office/officeart/2018/2/layout/IconVerticalSolidList"/>
    <dgm:cxn modelId="{896E2CC1-CC79-4175-B483-D43F8DC8A7D0}" type="presParOf" srcId="{395A1DEA-FDC7-40CE-8342-3DCD628A847B}" destId="{E2D97F5E-C57F-466A-BF57-C7F1BC07EB85}" srcOrd="3" destOrd="0" presId="urn:microsoft.com/office/officeart/2018/2/layout/IconVerticalSolidList"/>
    <dgm:cxn modelId="{F11D3EE9-C51F-412B-88EB-3B33C7245F49}" type="presParOf" srcId="{77BD046A-68D2-4742-8B30-F1F0709CEF61}" destId="{22A27938-6B0D-4838-A965-39CCA6E66EB6}" srcOrd="3" destOrd="0" presId="urn:microsoft.com/office/officeart/2018/2/layout/IconVerticalSolidList"/>
    <dgm:cxn modelId="{8D2F5D28-A717-45A3-928F-352C7F69C7FE}" type="presParOf" srcId="{77BD046A-68D2-4742-8B30-F1F0709CEF61}" destId="{B92AB8BF-2BEF-4B1A-A6FC-FC20B5D29188}" srcOrd="4" destOrd="0" presId="urn:microsoft.com/office/officeart/2018/2/layout/IconVerticalSolidList"/>
    <dgm:cxn modelId="{2A505117-8DF4-49ED-B6B4-626077C3E848}" type="presParOf" srcId="{B92AB8BF-2BEF-4B1A-A6FC-FC20B5D29188}" destId="{7B81DA0C-94BA-4DAF-A2B2-6E31AA82C670}" srcOrd="0" destOrd="0" presId="urn:microsoft.com/office/officeart/2018/2/layout/IconVerticalSolidList"/>
    <dgm:cxn modelId="{69DD4BDB-DDB3-4978-9843-37DFA80077EA}" type="presParOf" srcId="{B92AB8BF-2BEF-4B1A-A6FC-FC20B5D29188}" destId="{C9D5BFCD-F31C-4A0B-B5D1-591F6AE93C05}" srcOrd="1" destOrd="0" presId="urn:microsoft.com/office/officeart/2018/2/layout/IconVerticalSolidList"/>
    <dgm:cxn modelId="{FB54D996-BD7F-40C7-ACC2-EE7FF904A45A}" type="presParOf" srcId="{B92AB8BF-2BEF-4B1A-A6FC-FC20B5D29188}" destId="{D9C265C6-046E-4894-869C-874AF1F10194}" srcOrd="2" destOrd="0" presId="urn:microsoft.com/office/officeart/2018/2/layout/IconVerticalSolidList"/>
    <dgm:cxn modelId="{57134F4C-FA01-4E3E-8EBE-E0095FEB4FB7}" type="presParOf" srcId="{B92AB8BF-2BEF-4B1A-A6FC-FC20B5D29188}" destId="{6793ACB0-DF30-4A35-B53D-0BBA61A8213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0C4FEBC-5858-437F-A7B4-F59A5DAD699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95637DC3-0DE1-4A40-A9CF-B9467E575974}">
      <dgm:prSet/>
      <dgm:spPr/>
      <dgm:t>
        <a:bodyPr/>
        <a:lstStyle/>
        <a:p>
          <a:r>
            <a:rPr lang="en-US" b="0" i="0" dirty="0"/>
            <a:t>Sensors detect movement or unauthorized entry.</a:t>
          </a:r>
          <a:endParaRPr lang="en-US" dirty="0"/>
        </a:p>
      </dgm:t>
    </dgm:pt>
    <dgm:pt modelId="{4816A215-155E-4B99-A61F-ED42F3D721C7}" type="parTrans" cxnId="{A1279E21-90B1-47CB-9967-15248A05E866}">
      <dgm:prSet/>
      <dgm:spPr/>
      <dgm:t>
        <a:bodyPr/>
        <a:lstStyle/>
        <a:p>
          <a:endParaRPr lang="en-US"/>
        </a:p>
      </dgm:t>
    </dgm:pt>
    <dgm:pt modelId="{277BA765-98A0-483D-8503-25371BA291D4}" type="sibTrans" cxnId="{A1279E21-90B1-47CB-9967-15248A05E866}">
      <dgm:prSet/>
      <dgm:spPr/>
      <dgm:t>
        <a:bodyPr/>
        <a:lstStyle/>
        <a:p>
          <a:endParaRPr lang="en-US"/>
        </a:p>
      </dgm:t>
    </dgm:pt>
    <dgm:pt modelId="{3E875AE0-2921-404F-85B0-E27535491B9B}">
      <dgm:prSet/>
      <dgm:spPr/>
      <dgm:t>
        <a:bodyPr/>
        <a:lstStyle/>
        <a:p>
          <a:r>
            <a:rPr lang="en-US" b="0" i="0" dirty="0"/>
            <a:t>GSM module sends real-time alerts to your mobile device.</a:t>
          </a:r>
          <a:endParaRPr lang="en-US" dirty="0"/>
        </a:p>
      </dgm:t>
    </dgm:pt>
    <dgm:pt modelId="{3FCF8AD1-5494-4038-AC65-D46F41CD7F89}" type="parTrans" cxnId="{E8DD81ED-8347-443E-BB9E-65C88D7ECB7C}">
      <dgm:prSet/>
      <dgm:spPr/>
      <dgm:t>
        <a:bodyPr/>
        <a:lstStyle/>
        <a:p>
          <a:endParaRPr lang="en-US"/>
        </a:p>
      </dgm:t>
    </dgm:pt>
    <dgm:pt modelId="{E31F3BBB-5D74-44E1-9D6B-1165DB335AB7}" type="sibTrans" cxnId="{E8DD81ED-8347-443E-BB9E-65C88D7ECB7C}">
      <dgm:prSet/>
      <dgm:spPr/>
      <dgm:t>
        <a:bodyPr/>
        <a:lstStyle/>
        <a:p>
          <a:endParaRPr lang="en-US"/>
        </a:p>
      </dgm:t>
    </dgm:pt>
    <dgm:pt modelId="{0669B1E3-F26B-415F-B385-58266E6CE455}">
      <dgm:prSet/>
      <dgm:spPr/>
      <dgm:t>
        <a:bodyPr/>
        <a:lstStyle/>
        <a:p>
          <a:r>
            <a:rPr lang="en-US" b="0" i="0" dirty="0"/>
            <a:t>GPS tracks the car's location.</a:t>
          </a:r>
          <a:endParaRPr lang="en-US" dirty="0"/>
        </a:p>
      </dgm:t>
    </dgm:pt>
    <dgm:pt modelId="{6621A978-FCD9-4D84-B182-CD381B44EAAD}" type="parTrans" cxnId="{E162CB48-35FA-455B-9E31-950B5B5BE702}">
      <dgm:prSet/>
      <dgm:spPr/>
      <dgm:t>
        <a:bodyPr/>
        <a:lstStyle/>
        <a:p>
          <a:endParaRPr lang="en-US"/>
        </a:p>
      </dgm:t>
    </dgm:pt>
    <dgm:pt modelId="{DFF3C880-5BD6-43A5-AF7A-3D61F339EA03}" type="sibTrans" cxnId="{E162CB48-35FA-455B-9E31-950B5B5BE702}">
      <dgm:prSet/>
      <dgm:spPr/>
      <dgm:t>
        <a:bodyPr/>
        <a:lstStyle/>
        <a:p>
          <a:endParaRPr lang="en-US"/>
        </a:p>
      </dgm:t>
    </dgm:pt>
    <dgm:pt modelId="{5C1392B4-1E70-45CE-96C3-958D9E6D116E}">
      <dgm:prSet/>
      <dgm:spPr/>
      <dgm:t>
        <a:bodyPr/>
        <a:lstStyle/>
        <a:p>
          <a:r>
            <a:rPr lang="en-US" b="0" i="0" dirty="0"/>
            <a:t>User can disable the car remotely using the app.</a:t>
          </a:r>
          <a:endParaRPr lang="en-US" dirty="0"/>
        </a:p>
      </dgm:t>
    </dgm:pt>
    <dgm:pt modelId="{CA531083-AE56-4F96-87FB-294DC950C379}" type="parTrans" cxnId="{B5E3E568-81A2-43B2-BDF3-103AF2E08615}">
      <dgm:prSet/>
      <dgm:spPr/>
      <dgm:t>
        <a:bodyPr/>
        <a:lstStyle/>
        <a:p>
          <a:endParaRPr lang="en-US"/>
        </a:p>
      </dgm:t>
    </dgm:pt>
    <dgm:pt modelId="{0A4B9081-3E76-4E81-A848-49AF23047FC7}" type="sibTrans" cxnId="{B5E3E568-81A2-43B2-BDF3-103AF2E08615}">
      <dgm:prSet/>
      <dgm:spPr/>
      <dgm:t>
        <a:bodyPr/>
        <a:lstStyle/>
        <a:p>
          <a:endParaRPr lang="en-US"/>
        </a:p>
      </dgm:t>
    </dgm:pt>
    <dgm:pt modelId="{3FC0B427-C8C5-427E-9EC9-5998E0AE178F}" type="pres">
      <dgm:prSet presAssocID="{A0C4FEBC-5858-437F-A7B4-F59A5DAD6991}" presName="root" presStyleCnt="0">
        <dgm:presLayoutVars>
          <dgm:dir/>
          <dgm:resizeHandles val="exact"/>
        </dgm:presLayoutVars>
      </dgm:prSet>
      <dgm:spPr/>
    </dgm:pt>
    <dgm:pt modelId="{8F157B89-687E-4F8E-A8DE-AC92D6F2FAC0}" type="pres">
      <dgm:prSet presAssocID="{95637DC3-0DE1-4A40-A9CF-B9467E575974}" presName="compNode" presStyleCnt="0"/>
      <dgm:spPr/>
    </dgm:pt>
    <dgm:pt modelId="{97570203-65E7-4EF1-A4F6-C6CF52323648}" type="pres">
      <dgm:prSet presAssocID="{95637DC3-0DE1-4A40-A9CF-B9467E575974}" presName="bgRect" presStyleLbl="bgShp" presStyleIdx="0" presStyleCnt="4"/>
      <dgm:spPr/>
    </dgm:pt>
    <dgm:pt modelId="{EEB15C55-C1E1-4AD2-8623-E02433A44B60}" type="pres">
      <dgm:prSet presAssocID="{95637DC3-0DE1-4A40-A9CF-B9467E57597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73D63059-F8D7-477F-9D0B-6A05BCD9F1F1}" type="pres">
      <dgm:prSet presAssocID="{95637DC3-0DE1-4A40-A9CF-B9467E575974}" presName="spaceRect" presStyleCnt="0"/>
      <dgm:spPr/>
    </dgm:pt>
    <dgm:pt modelId="{C71A9923-CE1F-480F-9E66-A6603C356B03}" type="pres">
      <dgm:prSet presAssocID="{95637DC3-0DE1-4A40-A9CF-B9467E575974}" presName="parTx" presStyleLbl="revTx" presStyleIdx="0" presStyleCnt="4">
        <dgm:presLayoutVars>
          <dgm:chMax val="0"/>
          <dgm:chPref val="0"/>
        </dgm:presLayoutVars>
      </dgm:prSet>
      <dgm:spPr/>
    </dgm:pt>
    <dgm:pt modelId="{D952C2E1-E801-445F-9AE3-AF9C8E6E4C85}" type="pres">
      <dgm:prSet presAssocID="{277BA765-98A0-483D-8503-25371BA291D4}" presName="sibTrans" presStyleCnt="0"/>
      <dgm:spPr/>
    </dgm:pt>
    <dgm:pt modelId="{D6A5129D-7016-4517-8156-805CD911E1DB}" type="pres">
      <dgm:prSet presAssocID="{3E875AE0-2921-404F-85B0-E27535491B9B}" presName="compNode" presStyleCnt="0"/>
      <dgm:spPr/>
    </dgm:pt>
    <dgm:pt modelId="{D5F27F55-F3E8-447D-9332-4120206FEBA6}" type="pres">
      <dgm:prSet presAssocID="{3E875AE0-2921-404F-85B0-E27535491B9B}" presName="bgRect" presStyleLbl="bgShp" presStyleIdx="1" presStyleCnt="4"/>
      <dgm:spPr/>
    </dgm:pt>
    <dgm:pt modelId="{D637C143-844E-48FC-811C-7DB86CED666C}" type="pres">
      <dgm:prSet presAssocID="{3E875AE0-2921-404F-85B0-E27535491B9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7B007EB4-9581-4820-A423-6C6E449289B2}" type="pres">
      <dgm:prSet presAssocID="{3E875AE0-2921-404F-85B0-E27535491B9B}" presName="spaceRect" presStyleCnt="0"/>
      <dgm:spPr/>
    </dgm:pt>
    <dgm:pt modelId="{DA7748FA-C9C7-4465-9358-D658BFF222E2}" type="pres">
      <dgm:prSet presAssocID="{3E875AE0-2921-404F-85B0-E27535491B9B}" presName="parTx" presStyleLbl="revTx" presStyleIdx="1" presStyleCnt="4">
        <dgm:presLayoutVars>
          <dgm:chMax val="0"/>
          <dgm:chPref val="0"/>
        </dgm:presLayoutVars>
      </dgm:prSet>
      <dgm:spPr/>
    </dgm:pt>
    <dgm:pt modelId="{457F2B71-2587-4136-9742-13ADE8B3B834}" type="pres">
      <dgm:prSet presAssocID="{E31F3BBB-5D74-44E1-9D6B-1165DB335AB7}" presName="sibTrans" presStyleCnt="0"/>
      <dgm:spPr/>
    </dgm:pt>
    <dgm:pt modelId="{B870C7D8-6DBE-4E50-99D7-86BCAF901283}" type="pres">
      <dgm:prSet presAssocID="{0669B1E3-F26B-415F-B385-58266E6CE455}" presName="compNode" presStyleCnt="0"/>
      <dgm:spPr/>
    </dgm:pt>
    <dgm:pt modelId="{91A12F08-9040-481E-8955-30AF0A77B35E}" type="pres">
      <dgm:prSet presAssocID="{0669B1E3-F26B-415F-B385-58266E6CE455}" presName="bgRect" presStyleLbl="bgShp" presStyleIdx="2" presStyleCnt="4"/>
      <dgm:spPr/>
    </dgm:pt>
    <dgm:pt modelId="{E5D48A68-62C1-4ED0-89D4-FDE42E7C49CD}" type="pres">
      <dgm:prSet presAssocID="{0669B1E3-F26B-415F-B385-58266E6CE45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r"/>
        </a:ext>
      </dgm:extLst>
    </dgm:pt>
    <dgm:pt modelId="{9F5A3B26-BD2C-4066-8DF6-B1830C41FB56}" type="pres">
      <dgm:prSet presAssocID="{0669B1E3-F26B-415F-B385-58266E6CE455}" presName="spaceRect" presStyleCnt="0"/>
      <dgm:spPr/>
    </dgm:pt>
    <dgm:pt modelId="{0807CF42-4E50-4837-8586-D30C2947883C}" type="pres">
      <dgm:prSet presAssocID="{0669B1E3-F26B-415F-B385-58266E6CE455}" presName="parTx" presStyleLbl="revTx" presStyleIdx="2" presStyleCnt="4">
        <dgm:presLayoutVars>
          <dgm:chMax val="0"/>
          <dgm:chPref val="0"/>
        </dgm:presLayoutVars>
      </dgm:prSet>
      <dgm:spPr/>
    </dgm:pt>
    <dgm:pt modelId="{0CC073E8-FA78-462C-BCA1-BDDEA9ED2840}" type="pres">
      <dgm:prSet presAssocID="{DFF3C880-5BD6-43A5-AF7A-3D61F339EA03}" presName="sibTrans" presStyleCnt="0"/>
      <dgm:spPr/>
    </dgm:pt>
    <dgm:pt modelId="{AE8E43C1-DAFE-481C-9EEE-44A8DA584642}" type="pres">
      <dgm:prSet presAssocID="{5C1392B4-1E70-45CE-96C3-958D9E6D116E}" presName="compNode" presStyleCnt="0"/>
      <dgm:spPr/>
    </dgm:pt>
    <dgm:pt modelId="{D8F0C0FA-806B-4E6C-BF20-86D3D5EB17C3}" type="pres">
      <dgm:prSet presAssocID="{5C1392B4-1E70-45CE-96C3-958D9E6D116E}" presName="bgRect" presStyleLbl="bgShp" presStyleIdx="3" presStyleCnt="4"/>
      <dgm:spPr/>
    </dgm:pt>
    <dgm:pt modelId="{BCCE309E-68E7-4CE4-B3CF-6ABD66E56DB6}" type="pres">
      <dgm:prSet presAssocID="{5C1392B4-1E70-45CE-96C3-958D9E6D116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ooter"/>
        </a:ext>
      </dgm:extLst>
    </dgm:pt>
    <dgm:pt modelId="{45E7C323-F0F8-4518-935E-5BB322E8D9F5}" type="pres">
      <dgm:prSet presAssocID="{5C1392B4-1E70-45CE-96C3-958D9E6D116E}" presName="spaceRect" presStyleCnt="0"/>
      <dgm:spPr/>
    </dgm:pt>
    <dgm:pt modelId="{FCA0B81B-9F7E-4F57-A09A-8508C005D39B}" type="pres">
      <dgm:prSet presAssocID="{5C1392B4-1E70-45CE-96C3-958D9E6D116E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8B186610-600E-433C-B5DF-AFAD4306EF81}" type="presOf" srcId="{3E875AE0-2921-404F-85B0-E27535491B9B}" destId="{DA7748FA-C9C7-4465-9358-D658BFF222E2}" srcOrd="0" destOrd="0" presId="urn:microsoft.com/office/officeart/2018/2/layout/IconVerticalSolidList"/>
    <dgm:cxn modelId="{4F92DB14-E85A-405F-9D46-B1669E18A0CD}" type="presOf" srcId="{95637DC3-0DE1-4A40-A9CF-B9467E575974}" destId="{C71A9923-CE1F-480F-9E66-A6603C356B03}" srcOrd="0" destOrd="0" presId="urn:microsoft.com/office/officeart/2018/2/layout/IconVerticalSolidList"/>
    <dgm:cxn modelId="{A1279E21-90B1-47CB-9967-15248A05E866}" srcId="{A0C4FEBC-5858-437F-A7B4-F59A5DAD6991}" destId="{95637DC3-0DE1-4A40-A9CF-B9467E575974}" srcOrd="0" destOrd="0" parTransId="{4816A215-155E-4B99-A61F-ED42F3D721C7}" sibTransId="{277BA765-98A0-483D-8503-25371BA291D4}"/>
    <dgm:cxn modelId="{E162CB48-35FA-455B-9E31-950B5B5BE702}" srcId="{A0C4FEBC-5858-437F-A7B4-F59A5DAD6991}" destId="{0669B1E3-F26B-415F-B385-58266E6CE455}" srcOrd="2" destOrd="0" parTransId="{6621A978-FCD9-4D84-B182-CD381B44EAAD}" sibTransId="{DFF3C880-5BD6-43A5-AF7A-3D61F339EA03}"/>
    <dgm:cxn modelId="{B5E3E568-81A2-43B2-BDF3-103AF2E08615}" srcId="{A0C4FEBC-5858-437F-A7B4-F59A5DAD6991}" destId="{5C1392B4-1E70-45CE-96C3-958D9E6D116E}" srcOrd="3" destOrd="0" parTransId="{CA531083-AE56-4F96-87FB-294DC950C379}" sibTransId="{0A4B9081-3E76-4E81-A848-49AF23047FC7}"/>
    <dgm:cxn modelId="{08031C79-A0C6-46B9-A2F2-2A95AF3A4B34}" type="presOf" srcId="{5C1392B4-1E70-45CE-96C3-958D9E6D116E}" destId="{FCA0B81B-9F7E-4F57-A09A-8508C005D39B}" srcOrd="0" destOrd="0" presId="urn:microsoft.com/office/officeart/2018/2/layout/IconVerticalSolidList"/>
    <dgm:cxn modelId="{A98E8FB8-03CF-49AF-BDCF-F6371ADF45FE}" type="presOf" srcId="{A0C4FEBC-5858-437F-A7B4-F59A5DAD6991}" destId="{3FC0B427-C8C5-427E-9EC9-5998E0AE178F}" srcOrd="0" destOrd="0" presId="urn:microsoft.com/office/officeart/2018/2/layout/IconVerticalSolidList"/>
    <dgm:cxn modelId="{73814BCF-5A40-4EE4-8A62-A2E16E0389F4}" type="presOf" srcId="{0669B1E3-F26B-415F-B385-58266E6CE455}" destId="{0807CF42-4E50-4837-8586-D30C2947883C}" srcOrd="0" destOrd="0" presId="urn:microsoft.com/office/officeart/2018/2/layout/IconVerticalSolidList"/>
    <dgm:cxn modelId="{E8DD81ED-8347-443E-BB9E-65C88D7ECB7C}" srcId="{A0C4FEBC-5858-437F-A7B4-F59A5DAD6991}" destId="{3E875AE0-2921-404F-85B0-E27535491B9B}" srcOrd="1" destOrd="0" parTransId="{3FCF8AD1-5494-4038-AC65-D46F41CD7F89}" sibTransId="{E31F3BBB-5D74-44E1-9D6B-1165DB335AB7}"/>
    <dgm:cxn modelId="{D676FB47-A418-43D8-A9BD-AB18B1436F2A}" type="presParOf" srcId="{3FC0B427-C8C5-427E-9EC9-5998E0AE178F}" destId="{8F157B89-687E-4F8E-A8DE-AC92D6F2FAC0}" srcOrd="0" destOrd="0" presId="urn:microsoft.com/office/officeart/2018/2/layout/IconVerticalSolidList"/>
    <dgm:cxn modelId="{70C771EC-4324-43FF-B1C0-22966FBD0B2E}" type="presParOf" srcId="{8F157B89-687E-4F8E-A8DE-AC92D6F2FAC0}" destId="{97570203-65E7-4EF1-A4F6-C6CF52323648}" srcOrd="0" destOrd="0" presId="urn:microsoft.com/office/officeart/2018/2/layout/IconVerticalSolidList"/>
    <dgm:cxn modelId="{66784A75-CFED-4A38-8B35-6E27078C5279}" type="presParOf" srcId="{8F157B89-687E-4F8E-A8DE-AC92D6F2FAC0}" destId="{EEB15C55-C1E1-4AD2-8623-E02433A44B60}" srcOrd="1" destOrd="0" presId="urn:microsoft.com/office/officeart/2018/2/layout/IconVerticalSolidList"/>
    <dgm:cxn modelId="{4ADE9D11-B636-409E-9980-5CC2466BE77B}" type="presParOf" srcId="{8F157B89-687E-4F8E-A8DE-AC92D6F2FAC0}" destId="{73D63059-F8D7-477F-9D0B-6A05BCD9F1F1}" srcOrd="2" destOrd="0" presId="urn:microsoft.com/office/officeart/2018/2/layout/IconVerticalSolidList"/>
    <dgm:cxn modelId="{95A0E783-2220-46BD-A2B6-8F06C20303C6}" type="presParOf" srcId="{8F157B89-687E-4F8E-A8DE-AC92D6F2FAC0}" destId="{C71A9923-CE1F-480F-9E66-A6603C356B03}" srcOrd="3" destOrd="0" presId="urn:microsoft.com/office/officeart/2018/2/layout/IconVerticalSolidList"/>
    <dgm:cxn modelId="{DA132954-DC47-4972-8AF5-0011DC55A1E1}" type="presParOf" srcId="{3FC0B427-C8C5-427E-9EC9-5998E0AE178F}" destId="{D952C2E1-E801-445F-9AE3-AF9C8E6E4C85}" srcOrd="1" destOrd="0" presId="urn:microsoft.com/office/officeart/2018/2/layout/IconVerticalSolidList"/>
    <dgm:cxn modelId="{CE93ABB5-130B-4EC8-8F7E-A84F80FDC510}" type="presParOf" srcId="{3FC0B427-C8C5-427E-9EC9-5998E0AE178F}" destId="{D6A5129D-7016-4517-8156-805CD911E1DB}" srcOrd="2" destOrd="0" presId="urn:microsoft.com/office/officeart/2018/2/layout/IconVerticalSolidList"/>
    <dgm:cxn modelId="{AA15CAAE-A071-436C-BB86-5E07B669F9DA}" type="presParOf" srcId="{D6A5129D-7016-4517-8156-805CD911E1DB}" destId="{D5F27F55-F3E8-447D-9332-4120206FEBA6}" srcOrd="0" destOrd="0" presId="urn:microsoft.com/office/officeart/2018/2/layout/IconVerticalSolidList"/>
    <dgm:cxn modelId="{F0C10204-631E-4B8A-92B8-A982985DCB18}" type="presParOf" srcId="{D6A5129D-7016-4517-8156-805CD911E1DB}" destId="{D637C143-844E-48FC-811C-7DB86CED666C}" srcOrd="1" destOrd="0" presId="urn:microsoft.com/office/officeart/2018/2/layout/IconVerticalSolidList"/>
    <dgm:cxn modelId="{77525311-F60E-43CE-8C69-FFB8526F252A}" type="presParOf" srcId="{D6A5129D-7016-4517-8156-805CD911E1DB}" destId="{7B007EB4-9581-4820-A423-6C6E449289B2}" srcOrd="2" destOrd="0" presId="urn:microsoft.com/office/officeart/2018/2/layout/IconVerticalSolidList"/>
    <dgm:cxn modelId="{BBE2215C-4EAB-4B42-B36E-1EAF1222DF72}" type="presParOf" srcId="{D6A5129D-7016-4517-8156-805CD911E1DB}" destId="{DA7748FA-C9C7-4465-9358-D658BFF222E2}" srcOrd="3" destOrd="0" presId="urn:microsoft.com/office/officeart/2018/2/layout/IconVerticalSolidList"/>
    <dgm:cxn modelId="{712A64F5-61C9-44A6-98DA-C539E2CE599A}" type="presParOf" srcId="{3FC0B427-C8C5-427E-9EC9-5998E0AE178F}" destId="{457F2B71-2587-4136-9742-13ADE8B3B834}" srcOrd="3" destOrd="0" presId="urn:microsoft.com/office/officeart/2018/2/layout/IconVerticalSolidList"/>
    <dgm:cxn modelId="{68FF5DD8-E000-444B-9AF1-4D3E76ED2D92}" type="presParOf" srcId="{3FC0B427-C8C5-427E-9EC9-5998E0AE178F}" destId="{B870C7D8-6DBE-4E50-99D7-86BCAF901283}" srcOrd="4" destOrd="0" presId="urn:microsoft.com/office/officeart/2018/2/layout/IconVerticalSolidList"/>
    <dgm:cxn modelId="{08C6E224-7BE9-48B1-952F-7ED92A1FD2D5}" type="presParOf" srcId="{B870C7D8-6DBE-4E50-99D7-86BCAF901283}" destId="{91A12F08-9040-481E-8955-30AF0A77B35E}" srcOrd="0" destOrd="0" presId="urn:microsoft.com/office/officeart/2018/2/layout/IconVerticalSolidList"/>
    <dgm:cxn modelId="{39ACAD6B-A69C-467B-B392-165B8221885B}" type="presParOf" srcId="{B870C7D8-6DBE-4E50-99D7-86BCAF901283}" destId="{E5D48A68-62C1-4ED0-89D4-FDE42E7C49CD}" srcOrd="1" destOrd="0" presId="urn:microsoft.com/office/officeart/2018/2/layout/IconVerticalSolidList"/>
    <dgm:cxn modelId="{7907454A-84DA-4678-B57A-D6061A8CD0D8}" type="presParOf" srcId="{B870C7D8-6DBE-4E50-99D7-86BCAF901283}" destId="{9F5A3B26-BD2C-4066-8DF6-B1830C41FB56}" srcOrd="2" destOrd="0" presId="urn:microsoft.com/office/officeart/2018/2/layout/IconVerticalSolidList"/>
    <dgm:cxn modelId="{AE655658-18DC-46D7-B602-049DB3E5033E}" type="presParOf" srcId="{B870C7D8-6DBE-4E50-99D7-86BCAF901283}" destId="{0807CF42-4E50-4837-8586-D30C2947883C}" srcOrd="3" destOrd="0" presId="urn:microsoft.com/office/officeart/2018/2/layout/IconVerticalSolidList"/>
    <dgm:cxn modelId="{35868961-2699-429F-B791-4B289CFDFDD1}" type="presParOf" srcId="{3FC0B427-C8C5-427E-9EC9-5998E0AE178F}" destId="{0CC073E8-FA78-462C-BCA1-BDDEA9ED2840}" srcOrd="5" destOrd="0" presId="urn:microsoft.com/office/officeart/2018/2/layout/IconVerticalSolidList"/>
    <dgm:cxn modelId="{B4D39961-3824-4543-9D52-6AC973DE3F89}" type="presParOf" srcId="{3FC0B427-C8C5-427E-9EC9-5998E0AE178F}" destId="{AE8E43C1-DAFE-481C-9EEE-44A8DA584642}" srcOrd="6" destOrd="0" presId="urn:microsoft.com/office/officeart/2018/2/layout/IconVerticalSolidList"/>
    <dgm:cxn modelId="{65C28920-6AEB-4F73-9777-FA0714B3130B}" type="presParOf" srcId="{AE8E43C1-DAFE-481C-9EEE-44A8DA584642}" destId="{D8F0C0FA-806B-4E6C-BF20-86D3D5EB17C3}" srcOrd="0" destOrd="0" presId="urn:microsoft.com/office/officeart/2018/2/layout/IconVerticalSolidList"/>
    <dgm:cxn modelId="{74898B62-2A05-4EBE-A6A6-A88677D372DF}" type="presParOf" srcId="{AE8E43C1-DAFE-481C-9EEE-44A8DA584642}" destId="{BCCE309E-68E7-4CE4-B3CF-6ABD66E56DB6}" srcOrd="1" destOrd="0" presId="urn:microsoft.com/office/officeart/2018/2/layout/IconVerticalSolidList"/>
    <dgm:cxn modelId="{39406C0B-BBAF-44FF-A84C-81ACC5B3D76C}" type="presParOf" srcId="{AE8E43C1-DAFE-481C-9EEE-44A8DA584642}" destId="{45E7C323-F0F8-4518-935E-5BB322E8D9F5}" srcOrd="2" destOrd="0" presId="urn:microsoft.com/office/officeart/2018/2/layout/IconVerticalSolidList"/>
    <dgm:cxn modelId="{494D47B6-BD4B-42A1-A2D9-054D0F97D715}" type="presParOf" srcId="{AE8E43C1-DAFE-481C-9EEE-44A8DA584642}" destId="{FCA0B81B-9F7E-4F57-A09A-8508C005D39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E9D8776-116C-4AFC-9D23-818C6CC6683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9457CBBE-9047-4121-85FB-2561FFF0C065}">
      <dgm:prSet/>
      <dgm:spPr/>
      <dgm:t>
        <a:bodyPr/>
        <a:lstStyle/>
        <a:p>
          <a:r>
            <a:rPr lang="en-US" b="0" i="0" dirty="0"/>
            <a:t>Real-time alerts</a:t>
          </a:r>
          <a:endParaRPr lang="en-US" dirty="0"/>
        </a:p>
      </dgm:t>
    </dgm:pt>
    <dgm:pt modelId="{0CA8E953-220E-42C0-A8FE-F391DFC9803A}" type="parTrans" cxnId="{0F283AA0-9FC2-4A08-BDB4-65B3A62E496C}">
      <dgm:prSet/>
      <dgm:spPr/>
      <dgm:t>
        <a:bodyPr/>
        <a:lstStyle/>
        <a:p>
          <a:endParaRPr lang="en-US"/>
        </a:p>
      </dgm:t>
    </dgm:pt>
    <dgm:pt modelId="{F0959B95-B931-4C74-8846-1990F0515028}" type="sibTrans" cxnId="{0F283AA0-9FC2-4A08-BDB4-65B3A62E496C}">
      <dgm:prSet/>
      <dgm:spPr/>
      <dgm:t>
        <a:bodyPr/>
        <a:lstStyle/>
        <a:p>
          <a:endParaRPr lang="en-US"/>
        </a:p>
      </dgm:t>
    </dgm:pt>
    <dgm:pt modelId="{1C9E7793-AA03-48AA-AC6D-B302771B2FF7}">
      <dgm:prSet/>
      <dgm:spPr/>
      <dgm:t>
        <a:bodyPr/>
        <a:lstStyle/>
        <a:p>
          <a:r>
            <a:rPr lang="en-US" b="0" i="0" dirty="0"/>
            <a:t>Remote immobilization</a:t>
          </a:r>
          <a:endParaRPr lang="en-US" dirty="0"/>
        </a:p>
      </dgm:t>
    </dgm:pt>
    <dgm:pt modelId="{9ECB8B19-A209-4F74-A72E-C325EDD36B16}" type="parTrans" cxnId="{81D40255-E34F-415E-A05C-C7702423DFE7}">
      <dgm:prSet/>
      <dgm:spPr/>
      <dgm:t>
        <a:bodyPr/>
        <a:lstStyle/>
        <a:p>
          <a:endParaRPr lang="en-US"/>
        </a:p>
      </dgm:t>
    </dgm:pt>
    <dgm:pt modelId="{0349C621-1EBF-4A8F-BB23-F1A0DB19C173}" type="sibTrans" cxnId="{81D40255-E34F-415E-A05C-C7702423DFE7}">
      <dgm:prSet/>
      <dgm:spPr/>
      <dgm:t>
        <a:bodyPr/>
        <a:lstStyle/>
        <a:p>
          <a:endParaRPr lang="en-US"/>
        </a:p>
      </dgm:t>
    </dgm:pt>
    <dgm:pt modelId="{73B82D0A-0FDD-42A0-85E7-AF4E5CDBF308}">
      <dgm:prSet/>
      <dgm:spPr/>
      <dgm:t>
        <a:bodyPr/>
        <a:lstStyle/>
        <a:p>
          <a:r>
            <a:rPr lang="en-US" b="0" i="0" dirty="0"/>
            <a:t>GPS tracking</a:t>
          </a:r>
          <a:endParaRPr lang="en-US" dirty="0"/>
        </a:p>
      </dgm:t>
    </dgm:pt>
    <dgm:pt modelId="{5F7F4216-91A8-4ABC-9F76-469BCBE71D62}" type="parTrans" cxnId="{A8B1FA2B-9218-4A8A-9392-5EA7D4EAE2FD}">
      <dgm:prSet/>
      <dgm:spPr/>
      <dgm:t>
        <a:bodyPr/>
        <a:lstStyle/>
        <a:p>
          <a:endParaRPr lang="en-US"/>
        </a:p>
      </dgm:t>
    </dgm:pt>
    <dgm:pt modelId="{066643B2-28C0-4D6A-BBB6-9AD57F6DA3CE}" type="sibTrans" cxnId="{A8B1FA2B-9218-4A8A-9392-5EA7D4EAE2FD}">
      <dgm:prSet/>
      <dgm:spPr/>
      <dgm:t>
        <a:bodyPr/>
        <a:lstStyle/>
        <a:p>
          <a:endParaRPr lang="en-US"/>
        </a:p>
      </dgm:t>
    </dgm:pt>
    <dgm:pt modelId="{54970669-215C-409F-B02D-60346B40D2FF}">
      <dgm:prSet/>
      <dgm:spPr/>
      <dgm:t>
        <a:bodyPr/>
        <a:lstStyle/>
        <a:p>
          <a:r>
            <a:rPr lang="en-US" b="0" i="0" dirty="0"/>
            <a:t>Mobile integration</a:t>
          </a:r>
          <a:endParaRPr lang="en-US" dirty="0"/>
        </a:p>
      </dgm:t>
    </dgm:pt>
    <dgm:pt modelId="{3A41AA25-900B-4662-8858-E7F9FE1B400F}" type="parTrans" cxnId="{6EF40C63-0441-4266-BCBA-5E1F4A281CAD}">
      <dgm:prSet/>
      <dgm:spPr/>
      <dgm:t>
        <a:bodyPr/>
        <a:lstStyle/>
        <a:p>
          <a:endParaRPr lang="en-US"/>
        </a:p>
      </dgm:t>
    </dgm:pt>
    <dgm:pt modelId="{9A55F2BD-B728-4C66-9FF8-30F22D98C379}" type="sibTrans" cxnId="{6EF40C63-0441-4266-BCBA-5E1F4A281CAD}">
      <dgm:prSet/>
      <dgm:spPr/>
      <dgm:t>
        <a:bodyPr/>
        <a:lstStyle/>
        <a:p>
          <a:endParaRPr lang="en-US"/>
        </a:p>
      </dgm:t>
    </dgm:pt>
    <dgm:pt modelId="{D181CB55-ED88-49AE-B6A9-2C393438B6C3}">
      <dgm:prSet/>
      <dgm:spPr/>
      <dgm:t>
        <a:bodyPr/>
        <a:lstStyle/>
        <a:p>
          <a:r>
            <a:rPr lang="en-US" b="0" i="0" dirty="0"/>
            <a:t>Affordable hardware setup</a:t>
          </a:r>
          <a:endParaRPr lang="en-US" dirty="0"/>
        </a:p>
      </dgm:t>
    </dgm:pt>
    <dgm:pt modelId="{47DA4015-B101-424D-8A25-CEFCBA21370D}" type="parTrans" cxnId="{07809D5D-9100-43E7-A4CA-F83CE7A05A74}">
      <dgm:prSet/>
      <dgm:spPr/>
      <dgm:t>
        <a:bodyPr/>
        <a:lstStyle/>
        <a:p>
          <a:endParaRPr lang="en-US"/>
        </a:p>
      </dgm:t>
    </dgm:pt>
    <dgm:pt modelId="{7DAF5311-BD40-44BD-9782-D46537E6FFF3}" type="sibTrans" cxnId="{07809D5D-9100-43E7-A4CA-F83CE7A05A74}">
      <dgm:prSet/>
      <dgm:spPr/>
      <dgm:t>
        <a:bodyPr/>
        <a:lstStyle/>
        <a:p>
          <a:endParaRPr lang="en-US"/>
        </a:p>
      </dgm:t>
    </dgm:pt>
    <dgm:pt modelId="{0199701E-FA85-4890-BD11-C31E9544FB93}" type="pres">
      <dgm:prSet presAssocID="{7E9D8776-116C-4AFC-9D23-818C6CC66836}" presName="root" presStyleCnt="0">
        <dgm:presLayoutVars>
          <dgm:dir/>
          <dgm:resizeHandles val="exact"/>
        </dgm:presLayoutVars>
      </dgm:prSet>
      <dgm:spPr/>
    </dgm:pt>
    <dgm:pt modelId="{6E0C0D45-2AF0-445D-986C-6FBF026F389B}" type="pres">
      <dgm:prSet presAssocID="{9457CBBE-9047-4121-85FB-2561FFF0C065}" presName="compNode" presStyleCnt="0"/>
      <dgm:spPr/>
    </dgm:pt>
    <dgm:pt modelId="{FF5C6E79-E7A3-4828-9622-2B59ED9EBA53}" type="pres">
      <dgm:prSet presAssocID="{9457CBBE-9047-4121-85FB-2561FFF0C065}" presName="bgRect" presStyleLbl="bgShp" presStyleIdx="0" presStyleCnt="5"/>
      <dgm:spPr/>
    </dgm:pt>
    <dgm:pt modelId="{60F0D243-B5F3-425B-A87B-E2A532B50B99}" type="pres">
      <dgm:prSet presAssocID="{9457CBBE-9047-4121-85FB-2561FFF0C065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009F1C36-9CCF-4E28-8B91-E3D5BA807614}" type="pres">
      <dgm:prSet presAssocID="{9457CBBE-9047-4121-85FB-2561FFF0C065}" presName="spaceRect" presStyleCnt="0"/>
      <dgm:spPr/>
    </dgm:pt>
    <dgm:pt modelId="{1F139CCB-96A2-4339-B88B-AC1ADFD8C339}" type="pres">
      <dgm:prSet presAssocID="{9457CBBE-9047-4121-85FB-2561FFF0C065}" presName="parTx" presStyleLbl="revTx" presStyleIdx="0" presStyleCnt="5">
        <dgm:presLayoutVars>
          <dgm:chMax val="0"/>
          <dgm:chPref val="0"/>
        </dgm:presLayoutVars>
      </dgm:prSet>
      <dgm:spPr/>
    </dgm:pt>
    <dgm:pt modelId="{A954A4CB-E4F8-447C-9610-B6220BC78989}" type="pres">
      <dgm:prSet presAssocID="{F0959B95-B931-4C74-8846-1990F0515028}" presName="sibTrans" presStyleCnt="0"/>
      <dgm:spPr/>
    </dgm:pt>
    <dgm:pt modelId="{6E365D2E-18FE-4185-9EF9-5B1C9A454449}" type="pres">
      <dgm:prSet presAssocID="{1C9E7793-AA03-48AA-AC6D-B302771B2FF7}" presName="compNode" presStyleCnt="0"/>
      <dgm:spPr/>
    </dgm:pt>
    <dgm:pt modelId="{84C2E31A-7072-4A52-BFF4-7A6BB0A6F1AF}" type="pres">
      <dgm:prSet presAssocID="{1C9E7793-AA03-48AA-AC6D-B302771B2FF7}" presName="bgRect" presStyleLbl="bgShp" presStyleIdx="1" presStyleCnt="5"/>
      <dgm:spPr/>
    </dgm:pt>
    <dgm:pt modelId="{23593EC0-8B52-48EA-B5C7-681FF33E936B}" type="pres">
      <dgm:prSet presAssocID="{1C9E7793-AA03-48AA-AC6D-B302771B2FF7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licopter"/>
        </a:ext>
      </dgm:extLst>
    </dgm:pt>
    <dgm:pt modelId="{3B33F51D-74BD-412A-A1D0-46623C52AA91}" type="pres">
      <dgm:prSet presAssocID="{1C9E7793-AA03-48AA-AC6D-B302771B2FF7}" presName="spaceRect" presStyleCnt="0"/>
      <dgm:spPr/>
    </dgm:pt>
    <dgm:pt modelId="{D7BFB687-19B1-46D1-BF1D-FFAFC8B497CB}" type="pres">
      <dgm:prSet presAssocID="{1C9E7793-AA03-48AA-AC6D-B302771B2FF7}" presName="parTx" presStyleLbl="revTx" presStyleIdx="1" presStyleCnt="5">
        <dgm:presLayoutVars>
          <dgm:chMax val="0"/>
          <dgm:chPref val="0"/>
        </dgm:presLayoutVars>
      </dgm:prSet>
      <dgm:spPr/>
    </dgm:pt>
    <dgm:pt modelId="{2CE9DA94-B302-4213-8642-45F7727C0438}" type="pres">
      <dgm:prSet presAssocID="{0349C621-1EBF-4A8F-BB23-F1A0DB19C173}" presName="sibTrans" presStyleCnt="0"/>
      <dgm:spPr/>
    </dgm:pt>
    <dgm:pt modelId="{47B337EA-8314-404B-9BCB-E50DAB67C969}" type="pres">
      <dgm:prSet presAssocID="{73B82D0A-0FDD-42A0-85E7-AF4E5CDBF308}" presName="compNode" presStyleCnt="0"/>
      <dgm:spPr/>
    </dgm:pt>
    <dgm:pt modelId="{FB3A465A-9812-4B81-979F-15AF78869323}" type="pres">
      <dgm:prSet presAssocID="{73B82D0A-0FDD-42A0-85E7-AF4E5CDBF308}" presName="bgRect" presStyleLbl="bgShp" presStyleIdx="2" presStyleCnt="5"/>
      <dgm:spPr/>
    </dgm:pt>
    <dgm:pt modelId="{A64D6BA5-8788-4953-B7DE-D3DECA72C150}" type="pres">
      <dgm:prSet presAssocID="{73B82D0A-0FDD-42A0-85E7-AF4E5CDBF308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p with pin"/>
        </a:ext>
      </dgm:extLst>
    </dgm:pt>
    <dgm:pt modelId="{E78180F5-5391-4AD1-94F3-0EF3C25C948A}" type="pres">
      <dgm:prSet presAssocID="{73B82D0A-0FDD-42A0-85E7-AF4E5CDBF308}" presName="spaceRect" presStyleCnt="0"/>
      <dgm:spPr/>
    </dgm:pt>
    <dgm:pt modelId="{4F110829-EF75-4EF4-9444-6A339033FD03}" type="pres">
      <dgm:prSet presAssocID="{73B82D0A-0FDD-42A0-85E7-AF4E5CDBF308}" presName="parTx" presStyleLbl="revTx" presStyleIdx="2" presStyleCnt="5">
        <dgm:presLayoutVars>
          <dgm:chMax val="0"/>
          <dgm:chPref val="0"/>
        </dgm:presLayoutVars>
      </dgm:prSet>
      <dgm:spPr/>
    </dgm:pt>
    <dgm:pt modelId="{43A817C2-ECE8-4E6D-8E36-D462F99FD7BD}" type="pres">
      <dgm:prSet presAssocID="{066643B2-28C0-4D6A-BBB6-9AD57F6DA3CE}" presName="sibTrans" presStyleCnt="0"/>
      <dgm:spPr/>
    </dgm:pt>
    <dgm:pt modelId="{8CDE5F40-AB96-4A4C-B9F8-46A6039C8437}" type="pres">
      <dgm:prSet presAssocID="{54970669-215C-409F-B02D-60346B40D2FF}" presName="compNode" presStyleCnt="0"/>
      <dgm:spPr/>
    </dgm:pt>
    <dgm:pt modelId="{EA4B6860-E637-46BF-9A1C-7C2529B1F763}" type="pres">
      <dgm:prSet presAssocID="{54970669-215C-409F-B02D-60346B40D2FF}" presName="bgRect" presStyleLbl="bgShp" presStyleIdx="3" presStyleCnt="5"/>
      <dgm:spPr/>
    </dgm:pt>
    <dgm:pt modelId="{61C48B2C-9655-47AC-A3BE-B853B9102443}" type="pres">
      <dgm:prSet presAssocID="{54970669-215C-409F-B02D-60346B40D2FF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36EC7A8A-5E4A-4001-9641-B269200CD4FB}" type="pres">
      <dgm:prSet presAssocID="{54970669-215C-409F-B02D-60346B40D2FF}" presName="spaceRect" presStyleCnt="0"/>
      <dgm:spPr/>
    </dgm:pt>
    <dgm:pt modelId="{1012AAB1-2496-4CFE-BF25-8EAFB90DDB08}" type="pres">
      <dgm:prSet presAssocID="{54970669-215C-409F-B02D-60346B40D2FF}" presName="parTx" presStyleLbl="revTx" presStyleIdx="3" presStyleCnt="5">
        <dgm:presLayoutVars>
          <dgm:chMax val="0"/>
          <dgm:chPref val="0"/>
        </dgm:presLayoutVars>
      </dgm:prSet>
      <dgm:spPr/>
    </dgm:pt>
    <dgm:pt modelId="{CB12DAB4-4B77-4EB5-AF1B-999700C196CF}" type="pres">
      <dgm:prSet presAssocID="{9A55F2BD-B728-4C66-9FF8-30F22D98C379}" presName="sibTrans" presStyleCnt="0"/>
      <dgm:spPr/>
    </dgm:pt>
    <dgm:pt modelId="{ACEF4C3B-95B6-4E35-8C1E-2F90E05F01D4}" type="pres">
      <dgm:prSet presAssocID="{D181CB55-ED88-49AE-B6A9-2C393438B6C3}" presName="compNode" presStyleCnt="0"/>
      <dgm:spPr/>
    </dgm:pt>
    <dgm:pt modelId="{C4737880-4348-407A-929C-7F3D28182633}" type="pres">
      <dgm:prSet presAssocID="{D181CB55-ED88-49AE-B6A9-2C393438B6C3}" presName="bgRect" presStyleLbl="bgShp" presStyleIdx="4" presStyleCnt="5"/>
      <dgm:spPr/>
    </dgm:pt>
    <dgm:pt modelId="{B5B64260-B7AE-43DD-81DC-29639EBEAF33}" type="pres">
      <dgm:prSet presAssocID="{D181CB55-ED88-49AE-B6A9-2C393438B6C3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F5A7A8DD-7F27-47F7-817B-D557B38265F1}" type="pres">
      <dgm:prSet presAssocID="{D181CB55-ED88-49AE-B6A9-2C393438B6C3}" presName="spaceRect" presStyleCnt="0"/>
      <dgm:spPr/>
    </dgm:pt>
    <dgm:pt modelId="{BB650698-9A5A-4C14-846D-2842788B2C88}" type="pres">
      <dgm:prSet presAssocID="{D181CB55-ED88-49AE-B6A9-2C393438B6C3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F13D8B04-E4FC-4AE1-9D7A-3A56563CE6EF}" type="presOf" srcId="{7E9D8776-116C-4AFC-9D23-818C6CC66836}" destId="{0199701E-FA85-4890-BD11-C31E9544FB93}" srcOrd="0" destOrd="0" presId="urn:microsoft.com/office/officeart/2018/2/layout/IconVerticalSolidList"/>
    <dgm:cxn modelId="{DB07C70C-AC62-4AB9-89D9-F9246EC39F25}" type="presOf" srcId="{9457CBBE-9047-4121-85FB-2561FFF0C065}" destId="{1F139CCB-96A2-4339-B88B-AC1ADFD8C339}" srcOrd="0" destOrd="0" presId="urn:microsoft.com/office/officeart/2018/2/layout/IconVerticalSolidList"/>
    <dgm:cxn modelId="{F10C3D12-A954-4D9B-A520-C3D2D9DFA162}" type="presOf" srcId="{D181CB55-ED88-49AE-B6A9-2C393438B6C3}" destId="{BB650698-9A5A-4C14-846D-2842788B2C88}" srcOrd="0" destOrd="0" presId="urn:microsoft.com/office/officeart/2018/2/layout/IconVerticalSolidList"/>
    <dgm:cxn modelId="{A8B1FA2B-9218-4A8A-9392-5EA7D4EAE2FD}" srcId="{7E9D8776-116C-4AFC-9D23-818C6CC66836}" destId="{73B82D0A-0FDD-42A0-85E7-AF4E5CDBF308}" srcOrd="2" destOrd="0" parTransId="{5F7F4216-91A8-4ABC-9F76-469BCBE71D62}" sibTransId="{066643B2-28C0-4D6A-BBB6-9AD57F6DA3CE}"/>
    <dgm:cxn modelId="{07809D5D-9100-43E7-A4CA-F83CE7A05A74}" srcId="{7E9D8776-116C-4AFC-9D23-818C6CC66836}" destId="{D181CB55-ED88-49AE-B6A9-2C393438B6C3}" srcOrd="4" destOrd="0" parTransId="{47DA4015-B101-424D-8A25-CEFCBA21370D}" sibTransId="{7DAF5311-BD40-44BD-9782-D46537E6FFF3}"/>
    <dgm:cxn modelId="{6EF40C63-0441-4266-BCBA-5E1F4A281CAD}" srcId="{7E9D8776-116C-4AFC-9D23-818C6CC66836}" destId="{54970669-215C-409F-B02D-60346B40D2FF}" srcOrd="3" destOrd="0" parTransId="{3A41AA25-900B-4662-8858-E7F9FE1B400F}" sibTransId="{9A55F2BD-B728-4C66-9FF8-30F22D98C379}"/>
    <dgm:cxn modelId="{9CCC356B-BC80-4E37-B4F3-F00A8D4DE9D7}" type="presOf" srcId="{1C9E7793-AA03-48AA-AC6D-B302771B2FF7}" destId="{D7BFB687-19B1-46D1-BF1D-FFAFC8B497CB}" srcOrd="0" destOrd="0" presId="urn:microsoft.com/office/officeart/2018/2/layout/IconVerticalSolidList"/>
    <dgm:cxn modelId="{81D40255-E34F-415E-A05C-C7702423DFE7}" srcId="{7E9D8776-116C-4AFC-9D23-818C6CC66836}" destId="{1C9E7793-AA03-48AA-AC6D-B302771B2FF7}" srcOrd="1" destOrd="0" parTransId="{9ECB8B19-A209-4F74-A72E-C325EDD36B16}" sibTransId="{0349C621-1EBF-4A8F-BB23-F1A0DB19C173}"/>
    <dgm:cxn modelId="{18ED1B82-42EF-4910-9AC2-4606DB37D4CB}" type="presOf" srcId="{73B82D0A-0FDD-42A0-85E7-AF4E5CDBF308}" destId="{4F110829-EF75-4EF4-9444-6A339033FD03}" srcOrd="0" destOrd="0" presId="urn:microsoft.com/office/officeart/2018/2/layout/IconVerticalSolidList"/>
    <dgm:cxn modelId="{0F283AA0-9FC2-4A08-BDB4-65B3A62E496C}" srcId="{7E9D8776-116C-4AFC-9D23-818C6CC66836}" destId="{9457CBBE-9047-4121-85FB-2561FFF0C065}" srcOrd="0" destOrd="0" parTransId="{0CA8E953-220E-42C0-A8FE-F391DFC9803A}" sibTransId="{F0959B95-B931-4C74-8846-1990F0515028}"/>
    <dgm:cxn modelId="{69A688EC-AC36-4C22-99DC-8FF7FAD65979}" type="presOf" srcId="{54970669-215C-409F-B02D-60346B40D2FF}" destId="{1012AAB1-2496-4CFE-BF25-8EAFB90DDB08}" srcOrd="0" destOrd="0" presId="urn:microsoft.com/office/officeart/2018/2/layout/IconVerticalSolidList"/>
    <dgm:cxn modelId="{24B1C4CD-AA0C-45F6-85AC-D29AF7D11F78}" type="presParOf" srcId="{0199701E-FA85-4890-BD11-C31E9544FB93}" destId="{6E0C0D45-2AF0-445D-986C-6FBF026F389B}" srcOrd="0" destOrd="0" presId="urn:microsoft.com/office/officeart/2018/2/layout/IconVerticalSolidList"/>
    <dgm:cxn modelId="{FA76D709-7A35-4822-A3CD-20B749AB8454}" type="presParOf" srcId="{6E0C0D45-2AF0-445D-986C-6FBF026F389B}" destId="{FF5C6E79-E7A3-4828-9622-2B59ED9EBA53}" srcOrd="0" destOrd="0" presId="urn:microsoft.com/office/officeart/2018/2/layout/IconVerticalSolidList"/>
    <dgm:cxn modelId="{7320CDE2-1AD4-4AD1-AC29-E27895E770DE}" type="presParOf" srcId="{6E0C0D45-2AF0-445D-986C-6FBF026F389B}" destId="{60F0D243-B5F3-425B-A87B-E2A532B50B99}" srcOrd="1" destOrd="0" presId="urn:microsoft.com/office/officeart/2018/2/layout/IconVerticalSolidList"/>
    <dgm:cxn modelId="{E26408D8-4EDD-407D-AB9B-D80BEA2A56DE}" type="presParOf" srcId="{6E0C0D45-2AF0-445D-986C-6FBF026F389B}" destId="{009F1C36-9CCF-4E28-8B91-E3D5BA807614}" srcOrd="2" destOrd="0" presId="urn:microsoft.com/office/officeart/2018/2/layout/IconVerticalSolidList"/>
    <dgm:cxn modelId="{07A79308-068F-46ED-87E6-AF453A479B15}" type="presParOf" srcId="{6E0C0D45-2AF0-445D-986C-6FBF026F389B}" destId="{1F139CCB-96A2-4339-B88B-AC1ADFD8C339}" srcOrd="3" destOrd="0" presId="urn:microsoft.com/office/officeart/2018/2/layout/IconVerticalSolidList"/>
    <dgm:cxn modelId="{8FCB8EC0-34A8-4A42-ABA4-C51A7DB8F399}" type="presParOf" srcId="{0199701E-FA85-4890-BD11-C31E9544FB93}" destId="{A954A4CB-E4F8-447C-9610-B6220BC78989}" srcOrd="1" destOrd="0" presId="urn:microsoft.com/office/officeart/2018/2/layout/IconVerticalSolidList"/>
    <dgm:cxn modelId="{97E358E0-C0A4-4461-8926-C298B0F7B86A}" type="presParOf" srcId="{0199701E-FA85-4890-BD11-C31E9544FB93}" destId="{6E365D2E-18FE-4185-9EF9-5B1C9A454449}" srcOrd="2" destOrd="0" presId="urn:microsoft.com/office/officeart/2018/2/layout/IconVerticalSolidList"/>
    <dgm:cxn modelId="{D283ACF2-AEF7-4679-8544-C1B34DB5F2A1}" type="presParOf" srcId="{6E365D2E-18FE-4185-9EF9-5B1C9A454449}" destId="{84C2E31A-7072-4A52-BFF4-7A6BB0A6F1AF}" srcOrd="0" destOrd="0" presId="urn:microsoft.com/office/officeart/2018/2/layout/IconVerticalSolidList"/>
    <dgm:cxn modelId="{FCE313A3-FA68-4AC7-974F-8EC802F1C42D}" type="presParOf" srcId="{6E365D2E-18FE-4185-9EF9-5B1C9A454449}" destId="{23593EC0-8B52-48EA-B5C7-681FF33E936B}" srcOrd="1" destOrd="0" presId="urn:microsoft.com/office/officeart/2018/2/layout/IconVerticalSolidList"/>
    <dgm:cxn modelId="{B410155D-D86C-403B-80F2-17B099DEC625}" type="presParOf" srcId="{6E365D2E-18FE-4185-9EF9-5B1C9A454449}" destId="{3B33F51D-74BD-412A-A1D0-46623C52AA91}" srcOrd="2" destOrd="0" presId="urn:microsoft.com/office/officeart/2018/2/layout/IconVerticalSolidList"/>
    <dgm:cxn modelId="{EB6D4060-4131-4FCD-86C7-FC3CFF3CDD02}" type="presParOf" srcId="{6E365D2E-18FE-4185-9EF9-5B1C9A454449}" destId="{D7BFB687-19B1-46D1-BF1D-FFAFC8B497CB}" srcOrd="3" destOrd="0" presId="urn:microsoft.com/office/officeart/2018/2/layout/IconVerticalSolidList"/>
    <dgm:cxn modelId="{CFE1B049-084F-4D35-B3F7-16F32DD5008A}" type="presParOf" srcId="{0199701E-FA85-4890-BD11-C31E9544FB93}" destId="{2CE9DA94-B302-4213-8642-45F7727C0438}" srcOrd="3" destOrd="0" presId="urn:microsoft.com/office/officeart/2018/2/layout/IconVerticalSolidList"/>
    <dgm:cxn modelId="{BD5B19D6-55D6-496D-8C4F-C851E2C6FA83}" type="presParOf" srcId="{0199701E-FA85-4890-BD11-C31E9544FB93}" destId="{47B337EA-8314-404B-9BCB-E50DAB67C969}" srcOrd="4" destOrd="0" presId="urn:microsoft.com/office/officeart/2018/2/layout/IconVerticalSolidList"/>
    <dgm:cxn modelId="{53ABD7F8-B9B2-4CAF-8C92-9CF0409DCE25}" type="presParOf" srcId="{47B337EA-8314-404B-9BCB-E50DAB67C969}" destId="{FB3A465A-9812-4B81-979F-15AF78869323}" srcOrd="0" destOrd="0" presId="urn:microsoft.com/office/officeart/2018/2/layout/IconVerticalSolidList"/>
    <dgm:cxn modelId="{E3DF2854-A5BE-41BC-938C-8449FB43E111}" type="presParOf" srcId="{47B337EA-8314-404B-9BCB-E50DAB67C969}" destId="{A64D6BA5-8788-4953-B7DE-D3DECA72C150}" srcOrd="1" destOrd="0" presId="urn:microsoft.com/office/officeart/2018/2/layout/IconVerticalSolidList"/>
    <dgm:cxn modelId="{5EAFD9B4-16BB-4DE0-B004-04CE6DB5AE0E}" type="presParOf" srcId="{47B337EA-8314-404B-9BCB-E50DAB67C969}" destId="{E78180F5-5391-4AD1-94F3-0EF3C25C948A}" srcOrd="2" destOrd="0" presId="urn:microsoft.com/office/officeart/2018/2/layout/IconVerticalSolidList"/>
    <dgm:cxn modelId="{02852BD7-76A8-4D2E-9CA1-47CCC02CB948}" type="presParOf" srcId="{47B337EA-8314-404B-9BCB-E50DAB67C969}" destId="{4F110829-EF75-4EF4-9444-6A339033FD03}" srcOrd="3" destOrd="0" presId="urn:microsoft.com/office/officeart/2018/2/layout/IconVerticalSolidList"/>
    <dgm:cxn modelId="{CDB18E83-DEC2-42C1-9154-488EA8ED8FA6}" type="presParOf" srcId="{0199701E-FA85-4890-BD11-C31E9544FB93}" destId="{43A817C2-ECE8-4E6D-8E36-D462F99FD7BD}" srcOrd="5" destOrd="0" presId="urn:microsoft.com/office/officeart/2018/2/layout/IconVerticalSolidList"/>
    <dgm:cxn modelId="{849D1BA0-9E7D-44ED-9977-7E1611645A5D}" type="presParOf" srcId="{0199701E-FA85-4890-BD11-C31E9544FB93}" destId="{8CDE5F40-AB96-4A4C-B9F8-46A6039C8437}" srcOrd="6" destOrd="0" presId="urn:microsoft.com/office/officeart/2018/2/layout/IconVerticalSolidList"/>
    <dgm:cxn modelId="{EFC03A99-B655-4120-94C9-B11E9EBEA9C3}" type="presParOf" srcId="{8CDE5F40-AB96-4A4C-B9F8-46A6039C8437}" destId="{EA4B6860-E637-46BF-9A1C-7C2529B1F763}" srcOrd="0" destOrd="0" presId="urn:microsoft.com/office/officeart/2018/2/layout/IconVerticalSolidList"/>
    <dgm:cxn modelId="{44DA7F38-C47E-4D71-A2F7-833DCE48442E}" type="presParOf" srcId="{8CDE5F40-AB96-4A4C-B9F8-46A6039C8437}" destId="{61C48B2C-9655-47AC-A3BE-B853B9102443}" srcOrd="1" destOrd="0" presId="urn:microsoft.com/office/officeart/2018/2/layout/IconVerticalSolidList"/>
    <dgm:cxn modelId="{7AF6E90E-0BA7-4145-AD7B-7F324E9DD6F6}" type="presParOf" srcId="{8CDE5F40-AB96-4A4C-B9F8-46A6039C8437}" destId="{36EC7A8A-5E4A-4001-9641-B269200CD4FB}" srcOrd="2" destOrd="0" presId="urn:microsoft.com/office/officeart/2018/2/layout/IconVerticalSolidList"/>
    <dgm:cxn modelId="{1A372A42-FD01-47EB-9644-E81B0B3A5F51}" type="presParOf" srcId="{8CDE5F40-AB96-4A4C-B9F8-46A6039C8437}" destId="{1012AAB1-2496-4CFE-BF25-8EAFB90DDB08}" srcOrd="3" destOrd="0" presId="urn:microsoft.com/office/officeart/2018/2/layout/IconVerticalSolidList"/>
    <dgm:cxn modelId="{C33D0F80-AD8C-4DA2-8800-58FB4973E205}" type="presParOf" srcId="{0199701E-FA85-4890-BD11-C31E9544FB93}" destId="{CB12DAB4-4B77-4EB5-AF1B-999700C196CF}" srcOrd="7" destOrd="0" presId="urn:microsoft.com/office/officeart/2018/2/layout/IconVerticalSolidList"/>
    <dgm:cxn modelId="{48B877B4-92CE-4F89-98C2-FA4C5006EF65}" type="presParOf" srcId="{0199701E-FA85-4890-BD11-C31E9544FB93}" destId="{ACEF4C3B-95B6-4E35-8C1E-2F90E05F01D4}" srcOrd="8" destOrd="0" presId="urn:microsoft.com/office/officeart/2018/2/layout/IconVerticalSolidList"/>
    <dgm:cxn modelId="{FA635C9B-ED54-4DC9-9318-541B39FEEBE7}" type="presParOf" srcId="{ACEF4C3B-95B6-4E35-8C1E-2F90E05F01D4}" destId="{C4737880-4348-407A-929C-7F3D28182633}" srcOrd="0" destOrd="0" presId="urn:microsoft.com/office/officeart/2018/2/layout/IconVerticalSolidList"/>
    <dgm:cxn modelId="{27159472-D06B-44D2-9C60-EC06937E3B75}" type="presParOf" srcId="{ACEF4C3B-95B6-4E35-8C1E-2F90E05F01D4}" destId="{B5B64260-B7AE-43DD-81DC-29639EBEAF33}" srcOrd="1" destOrd="0" presId="urn:microsoft.com/office/officeart/2018/2/layout/IconVerticalSolidList"/>
    <dgm:cxn modelId="{FF2F01D1-E830-4316-8057-C5AC49DF9CE6}" type="presParOf" srcId="{ACEF4C3B-95B6-4E35-8C1E-2F90E05F01D4}" destId="{F5A7A8DD-7F27-47F7-817B-D557B38265F1}" srcOrd="2" destOrd="0" presId="urn:microsoft.com/office/officeart/2018/2/layout/IconVerticalSolidList"/>
    <dgm:cxn modelId="{03F95BDE-3120-472D-B2F6-F8430A8275DC}" type="presParOf" srcId="{ACEF4C3B-95B6-4E35-8C1E-2F90E05F01D4}" destId="{BB650698-9A5A-4C14-846D-2842788B2C8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39CAB2E-E2B3-41EC-8FAE-F65D71C4246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476B5E2-A553-4C75-9230-561A5BC2F06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Addresses a major societal problem</a:t>
          </a:r>
          <a:endParaRPr lang="en-US"/>
        </a:p>
      </dgm:t>
    </dgm:pt>
    <dgm:pt modelId="{F167C3A4-BB08-49B5-85AD-E6018E9C839D}" type="parTrans" cxnId="{179BAA43-36DC-43AE-8216-CC0EB04A25C4}">
      <dgm:prSet/>
      <dgm:spPr/>
      <dgm:t>
        <a:bodyPr/>
        <a:lstStyle/>
        <a:p>
          <a:endParaRPr lang="en-US"/>
        </a:p>
      </dgm:t>
    </dgm:pt>
    <dgm:pt modelId="{C4850DA4-2D40-4E38-850D-43164F5A0589}" type="sibTrans" cxnId="{179BAA43-36DC-43AE-8216-CC0EB04A25C4}">
      <dgm:prSet/>
      <dgm:spPr/>
      <dgm:t>
        <a:bodyPr/>
        <a:lstStyle/>
        <a:p>
          <a:endParaRPr lang="en-US"/>
        </a:p>
      </dgm:t>
    </dgm:pt>
    <dgm:pt modelId="{1F739F54-6D49-49E0-B14F-24B7FEC87D5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High potential for market success</a:t>
          </a:r>
          <a:endParaRPr lang="en-US"/>
        </a:p>
      </dgm:t>
    </dgm:pt>
    <dgm:pt modelId="{42FF0674-B7A5-4ABF-8022-EE771CCFA518}" type="parTrans" cxnId="{E3ED3443-D29D-4535-A1DB-B314CF58567B}">
      <dgm:prSet/>
      <dgm:spPr/>
      <dgm:t>
        <a:bodyPr/>
        <a:lstStyle/>
        <a:p>
          <a:endParaRPr lang="en-US"/>
        </a:p>
      </dgm:t>
    </dgm:pt>
    <dgm:pt modelId="{50D32D00-84A9-4ADF-BC52-66CF8510B305}" type="sibTrans" cxnId="{E3ED3443-D29D-4535-A1DB-B314CF58567B}">
      <dgm:prSet/>
      <dgm:spPr/>
      <dgm:t>
        <a:bodyPr/>
        <a:lstStyle/>
        <a:p>
          <a:endParaRPr lang="en-US"/>
        </a:p>
      </dgm:t>
    </dgm:pt>
    <dgm:pt modelId="{F2F2B78A-09BA-48CE-9F42-200E49B5874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Scalable across Africa</a:t>
          </a:r>
          <a:endParaRPr lang="en-US" dirty="0"/>
        </a:p>
      </dgm:t>
    </dgm:pt>
    <dgm:pt modelId="{B75145CB-0A1F-45BF-8C91-5115F945D866}" type="parTrans" cxnId="{6697E9AB-31E2-4660-AD37-73AF3AA8CB09}">
      <dgm:prSet/>
      <dgm:spPr/>
      <dgm:t>
        <a:bodyPr/>
        <a:lstStyle/>
        <a:p>
          <a:endParaRPr lang="en-US"/>
        </a:p>
      </dgm:t>
    </dgm:pt>
    <dgm:pt modelId="{B9978E96-C360-4ABD-B080-478FB7E56178}" type="sibTrans" cxnId="{6697E9AB-31E2-4660-AD37-73AF3AA8CB09}">
      <dgm:prSet/>
      <dgm:spPr/>
      <dgm:t>
        <a:bodyPr/>
        <a:lstStyle/>
        <a:p>
          <a:endParaRPr lang="en-US"/>
        </a:p>
      </dgm:t>
    </dgm:pt>
    <dgm:pt modelId="{E265CC7E-05B6-41C8-8A3C-15E2EBE05EE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Led by a passionate, skilled student innovator</a:t>
          </a:r>
          <a:endParaRPr lang="en-US"/>
        </a:p>
      </dgm:t>
    </dgm:pt>
    <dgm:pt modelId="{34B59C28-2EB5-44F1-A35F-D7470CBC4E6C}" type="parTrans" cxnId="{341FE778-6BB2-4A40-BF8F-E496AFD890D1}">
      <dgm:prSet/>
      <dgm:spPr/>
      <dgm:t>
        <a:bodyPr/>
        <a:lstStyle/>
        <a:p>
          <a:endParaRPr lang="en-US"/>
        </a:p>
      </dgm:t>
    </dgm:pt>
    <dgm:pt modelId="{FC62ED96-E8F3-422D-8825-D502BE5F88E0}" type="sibTrans" cxnId="{341FE778-6BB2-4A40-BF8F-E496AFD890D1}">
      <dgm:prSet/>
      <dgm:spPr/>
      <dgm:t>
        <a:bodyPr/>
        <a:lstStyle/>
        <a:p>
          <a:endParaRPr lang="en-US"/>
        </a:p>
      </dgm:t>
    </dgm:pt>
    <dgm:pt modelId="{768C55AF-F9F1-487A-A5C4-B3718F120D4E}" type="pres">
      <dgm:prSet presAssocID="{639CAB2E-E2B3-41EC-8FAE-F65D71C42469}" presName="root" presStyleCnt="0">
        <dgm:presLayoutVars>
          <dgm:dir/>
          <dgm:resizeHandles val="exact"/>
        </dgm:presLayoutVars>
      </dgm:prSet>
      <dgm:spPr/>
    </dgm:pt>
    <dgm:pt modelId="{FA36022E-8C45-46F5-B168-D8DA161169F6}" type="pres">
      <dgm:prSet presAssocID="{C476B5E2-A553-4C75-9230-561A5BC2F068}" presName="compNode" presStyleCnt="0"/>
      <dgm:spPr/>
    </dgm:pt>
    <dgm:pt modelId="{CF34EFB3-0B63-4828-A542-2690DBA62D43}" type="pres">
      <dgm:prSet presAssocID="{C476B5E2-A553-4C75-9230-561A5BC2F068}" presName="bgRect" presStyleLbl="bgShp" presStyleIdx="0" presStyleCnt="4"/>
      <dgm:spPr/>
    </dgm:pt>
    <dgm:pt modelId="{6C7B90E0-0019-4291-B571-D89D7C75B916}" type="pres">
      <dgm:prSet presAssocID="{C476B5E2-A553-4C75-9230-561A5BC2F06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B989D00B-3F6C-4DB0-9706-D7E1C710290B}" type="pres">
      <dgm:prSet presAssocID="{C476B5E2-A553-4C75-9230-561A5BC2F068}" presName="spaceRect" presStyleCnt="0"/>
      <dgm:spPr/>
    </dgm:pt>
    <dgm:pt modelId="{66118A2A-E751-43C6-8C8F-22094B6290E6}" type="pres">
      <dgm:prSet presAssocID="{C476B5E2-A553-4C75-9230-561A5BC2F068}" presName="parTx" presStyleLbl="revTx" presStyleIdx="0" presStyleCnt="4">
        <dgm:presLayoutVars>
          <dgm:chMax val="0"/>
          <dgm:chPref val="0"/>
        </dgm:presLayoutVars>
      </dgm:prSet>
      <dgm:spPr/>
    </dgm:pt>
    <dgm:pt modelId="{E53C9D6D-D9A6-4D2E-9AE6-DD84254DD032}" type="pres">
      <dgm:prSet presAssocID="{C4850DA4-2D40-4E38-850D-43164F5A0589}" presName="sibTrans" presStyleCnt="0"/>
      <dgm:spPr/>
    </dgm:pt>
    <dgm:pt modelId="{E75CC21E-BFBB-4518-95AC-00FA1518EDC6}" type="pres">
      <dgm:prSet presAssocID="{1F739F54-6D49-49E0-B14F-24B7FEC87D5D}" presName="compNode" presStyleCnt="0"/>
      <dgm:spPr/>
    </dgm:pt>
    <dgm:pt modelId="{15B88492-A27F-4043-B1A3-FDE6E1791D4A}" type="pres">
      <dgm:prSet presAssocID="{1F739F54-6D49-49E0-B14F-24B7FEC87D5D}" presName="bgRect" presStyleLbl="bgShp" presStyleIdx="1" presStyleCnt="4"/>
      <dgm:spPr/>
    </dgm:pt>
    <dgm:pt modelId="{01078B31-99FE-4BC2-B33B-20BBFC454B8B}" type="pres">
      <dgm:prSet presAssocID="{1F739F54-6D49-49E0-B14F-24B7FEC87D5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4CBBB216-857F-48AB-ADB1-8F14DC23CC44}" type="pres">
      <dgm:prSet presAssocID="{1F739F54-6D49-49E0-B14F-24B7FEC87D5D}" presName="spaceRect" presStyleCnt="0"/>
      <dgm:spPr/>
    </dgm:pt>
    <dgm:pt modelId="{2148FFE8-1D19-4817-84FF-FBD536CDB815}" type="pres">
      <dgm:prSet presAssocID="{1F739F54-6D49-49E0-B14F-24B7FEC87D5D}" presName="parTx" presStyleLbl="revTx" presStyleIdx="1" presStyleCnt="4">
        <dgm:presLayoutVars>
          <dgm:chMax val="0"/>
          <dgm:chPref val="0"/>
        </dgm:presLayoutVars>
      </dgm:prSet>
      <dgm:spPr/>
    </dgm:pt>
    <dgm:pt modelId="{4BF8F9B8-801E-455C-B3EA-7CE2AAD4BEAA}" type="pres">
      <dgm:prSet presAssocID="{50D32D00-84A9-4ADF-BC52-66CF8510B305}" presName="sibTrans" presStyleCnt="0"/>
      <dgm:spPr/>
    </dgm:pt>
    <dgm:pt modelId="{BA418898-832D-4206-999A-69B7BC8A09FB}" type="pres">
      <dgm:prSet presAssocID="{F2F2B78A-09BA-48CE-9F42-200E49B58745}" presName="compNode" presStyleCnt="0"/>
      <dgm:spPr/>
    </dgm:pt>
    <dgm:pt modelId="{FACFFD35-409C-4B55-9D7A-B671B08CB896}" type="pres">
      <dgm:prSet presAssocID="{F2F2B78A-09BA-48CE-9F42-200E49B58745}" presName="bgRect" presStyleLbl="bgShp" presStyleIdx="2" presStyleCnt="4"/>
      <dgm:spPr/>
    </dgm:pt>
    <dgm:pt modelId="{E1F734DC-ECD0-4376-B6F5-C3C2C4912ABE}" type="pres">
      <dgm:prSet presAssocID="{F2F2B78A-09BA-48CE-9F42-200E49B5874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rth Globe Europe-Africa"/>
        </a:ext>
      </dgm:extLst>
    </dgm:pt>
    <dgm:pt modelId="{E59FA485-2D3D-47A9-A4DB-F54DEBE65666}" type="pres">
      <dgm:prSet presAssocID="{F2F2B78A-09BA-48CE-9F42-200E49B58745}" presName="spaceRect" presStyleCnt="0"/>
      <dgm:spPr/>
    </dgm:pt>
    <dgm:pt modelId="{5E05725D-594E-4B7E-9C1F-7100B15F82C5}" type="pres">
      <dgm:prSet presAssocID="{F2F2B78A-09BA-48CE-9F42-200E49B58745}" presName="parTx" presStyleLbl="revTx" presStyleIdx="2" presStyleCnt="4">
        <dgm:presLayoutVars>
          <dgm:chMax val="0"/>
          <dgm:chPref val="0"/>
        </dgm:presLayoutVars>
      </dgm:prSet>
      <dgm:spPr/>
    </dgm:pt>
    <dgm:pt modelId="{81002576-3061-4370-8FA9-82CF3C63A7BA}" type="pres">
      <dgm:prSet presAssocID="{B9978E96-C360-4ABD-B080-478FB7E56178}" presName="sibTrans" presStyleCnt="0"/>
      <dgm:spPr/>
    </dgm:pt>
    <dgm:pt modelId="{7524FEF0-9500-4BA9-A534-DB4EDF75A0D6}" type="pres">
      <dgm:prSet presAssocID="{E265CC7E-05B6-41C8-8A3C-15E2EBE05EE6}" presName="compNode" presStyleCnt="0"/>
      <dgm:spPr/>
    </dgm:pt>
    <dgm:pt modelId="{CABF02A4-275B-466E-8571-133045146BFC}" type="pres">
      <dgm:prSet presAssocID="{E265CC7E-05B6-41C8-8A3C-15E2EBE05EE6}" presName="bgRect" presStyleLbl="bgShp" presStyleIdx="3" presStyleCnt="4"/>
      <dgm:spPr/>
    </dgm:pt>
    <dgm:pt modelId="{56C9403E-4622-43FB-8F45-D1F4807EE411}" type="pres">
      <dgm:prSet presAssocID="{E265CC7E-05B6-41C8-8A3C-15E2EBE05EE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85131149-328F-43D6-B82E-6FD14AF0A77E}" type="pres">
      <dgm:prSet presAssocID="{E265CC7E-05B6-41C8-8A3C-15E2EBE05EE6}" presName="spaceRect" presStyleCnt="0"/>
      <dgm:spPr/>
    </dgm:pt>
    <dgm:pt modelId="{E01210D9-8C03-4110-9BC3-CE8D2E9A118F}" type="pres">
      <dgm:prSet presAssocID="{E265CC7E-05B6-41C8-8A3C-15E2EBE05EE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55A7F918-AB00-40B8-83D3-48B2A2E32517}" type="presOf" srcId="{1F739F54-6D49-49E0-B14F-24B7FEC87D5D}" destId="{2148FFE8-1D19-4817-84FF-FBD536CDB815}" srcOrd="0" destOrd="0" presId="urn:microsoft.com/office/officeart/2018/2/layout/IconVerticalSolidList"/>
    <dgm:cxn modelId="{98BB021E-1904-4690-93DA-2618BF84E349}" type="presOf" srcId="{C476B5E2-A553-4C75-9230-561A5BC2F068}" destId="{66118A2A-E751-43C6-8C8F-22094B6290E6}" srcOrd="0" destOrd="0" presId="urn:microsoft.com/office/officeart/2018/2/layout/IconVerticalSolidList"/>
    <dgm:cxn modelId="{E3ED3443-D29D-4535-A1DB-B314CF58567B}" srcId="{639CAB2E-E2B3-41EC-8FAE-F65D71C42469}" destId="{1F739F54-6D49-49E0-B14F-24B7FEC87D5D}" srcOrd="1" destOrd="0" parTransId="{42FF0674-B7A5-4ABF-8022-EE771CCFA518}" sibTransId="{50D32D00-84A9-4ADF-BC52-66CF8510B305}"/>
    <dgm:cxn modelId="{179BAA43-36DC-43AE-8216-CC0EB04A25C4}" srcId="{639CAB2E-E2B3-41EC-8FAE-F65D71C42469}" destId="{C476B5E2-A553-4C75-9230-561A5BC2F068}" srcOrd="0" destOrd="0" parTransId="{F167C3A4-BB08-49B5-85AD-E6018E9C839D}" sibTransId="{C4850DA4-2D40-4E38-850D-43164F5A0589}"/>
    <dgm:cxn modelId="{341FE778-6BB2-4A40-BF8F-E496AFD890D1}" srcId="{639CAB2E-E2B3-41EC-8FAE-F65D71C42469}" destId="{E265CC7E-05B6-41C8-8A3C-15E2EBE05EE6}" srcOrd="3" destOrd="0" parTransId="{34B59C28-2EB5-44F1-A35F-D7470CBC4E6C}" sibTransId="{FC62ED96-E8F3-422D-8825-D502BE5F88E0}"/>
    <dgm:cxn modelId="{5204F478-B7E9-447B-8B4C-5D825092E813}" type="presOf" srcId="{639CAB2E-E2B3-41EC-8FAE-F65D71C42469}" destId="{768C55AF-F9F1-487A-A5C4-B3718F120D4E}" srcOrd="0" destOrd="0" presId="urn:microsoft.com/office/officeart/2018/2/layout/IconVerticalSolidList"/>
    <dgm:cxn modelId="{6697E9AB-31E2-4660-AD37-73AF3AA8CB09}" srcId="{639CAB2E-E2B3-41EC-8FAE-F65D71C42469}" destId="{F2F2B78A-09BA-48CE-9F42-200E49B58745}" srcOrd="2" destOrd="0" parTransId="{B75145CB-0A1F-45BF-8C91-5115F945D866}" sibTransId="{B9978E96-C360-4ABD-B080-478FB7E56178}"/>
    <dgm:cxn modelId="{17A67DAD-D840-4C50-8BC8-1B3FA784089E}" type="presOf" srcId="{F2F2B78A-09BA-48CE-9F42-200E49B58745}" destId="{5E05725D-594E-4B7E-9C1F-7100B15F82C5}" srcOrd="0" destOrd="0" presId="urn:microsoft.com/office/officeart/2018/2/layout/IconVerticalSolidList"/>
    <dgm:cxn modelId="{5B4C8BFF-A936-4CB4-861B-5D4C6F90CFDE}" type="presOf" srcId="{E265CC7E-05B6-41C8-8A3C-15E2EBE05EE6}" destId="{E01210D9-8C03-4110-9BC3-CE8D2E9A118F}" srcOrd="0" destOrd="0" presId="urn:microsoft.com/office/officeart/2018/2/layout/IconVerticalSolidList"/>
    <dgm:cxn modelId="{B8D810D0-C200-43CD-BE94-6330EEA7BA84}" type="presParOf" srcId="{768C55AF-F9F1-487A-A5C4-B3718F120D4E}" destId="{FA36022E-8C45-46F5-B168-D8DA161169F6}" srcOrd="0" destOrd="0" presId="urn:microsoft.com/office/officeart/2018/2/layout/IconVerticalSolidList"/>
    <dgm:cxn modelId="{DCE0E971-16C6-4E95-9EF3-976C2E53724F}" type="presParOf" srcId="{FA36022E-8C45-46F5-B168-D8DA161169F6}" destId="{CF34EFB3-0B63-4828-A542-2690DBA62D43}" srcOrd="0" destOrd="0" presId="urn:microsoft.com/office/officeart/2018/2/layout/IconVerticalSolidList"/>
    <dgm:cxn modelId="{92976CD9-F69B-4B9B-8A02-2536FB855217}" type="presParOf" srcId="{FA36022E-8C45-46F5-B168-D8DA161169F6}" destId="{6C7B90E0-0019-4291-B571-D89D7C75B916}" srcOrd="1" destOrd="0" presId="urn:microsoft.com/office/officeart/2018/2/layout/IconVerticalSolidList"/>
    <dgm:cxn modelId="{74EA8367-5DC6-4DFB-A0B5-EB98AB5E7536}" type="presParOf" srcId="{FA36022E-8C45-46F5-B168-D8DA161169F6}" destId="{B989D00B-3F6C-4DB0-9706-D7E1C710290B}" srcOrd="2" destOrd="0" presId="urn:microsoft.com/office/officeart/2018/2/layout/IconVerticalSolidList"/>
    <dgm:cxn modelId="{FD5DFC47-9945-4B3A-B939-128F7A8D0403}" type="presParOf" srcId="{FA36022E-8C45-46F5-B168-D8DA161169F6}" destId="{66118A2A-E751-43C6-8C8F-22094B6290E6}" srcOrd="3" destOrd="0" presId="urn:microsoft.com/office/officeart/2018/2/layout/IconVerticalSolidList"/>
    <dgm:cxn modelId="{561EC6A7-E31B-4E17-BEFA-C988286C3F96}" type="presParOf" srcId="{768C55AF-F9F1-487A-A5C4-B3718F120D4E}" destId="{E53C9D6D-D9A6-4D2E-9AE6-DD84254DD032}" srcOrd="1" destOrd="0" presId="urn:microsoft.com/office/officeart/2018/2/layout/IconVerticalSolidList"/>
    <dgm:cxn modelId="{3A59FF0C-2AB8-4DBC-AB47-164B1A10AACC}" type="presParOf" srcId="{768C55AF-F9F1-487A-A5C4-B3718F120D4E}" destId="{E75CC21E-BFBB-4518-95AC-00FA1518EDC6}" srcOrd="2" destOrd="0" presId="urn:microsoft.com/office/officeart/2018/2/layout/IconVerticalSolidList"/>
    <dgm:cxn modelId="{FD5FBB60-2011-4BC6-B31B-D1EEE35FA61E}" type="presParOf" srcId="{E75CC21E-BFBB-4518-95AC-00FA1518EDC6}" destId="{15B88492-A27F-4043-B1A3-FDE6E1791D4A}" srcOrd="0" destOrd="0" presId="urn:microsoft.com/office/officeart/2018/2/layout/IconVerticalSolidList"/>
    <dgm:cxn modelId="{AE4E0C6B-16E0-493A-AE98-4B9C09ADB580}" type="presParOf" srcId="{E75CC21E-BFBB-4518-95AC-00FA1518EDC6}" destId="{01078B31-99FE-4BC2-B33B-20BBFC454B8B}" srcOrd="1" destOrd="0" presId="urn:microsoft.com/office/officeart/2018/2/layout/IconVerticalSolidList"/>
    <dgm:cxn modelId="{C4EF96AA-6A6A-436F-BDCD-DFE37331E2A7}" type="presParOf" srcId="{E75CC21E-BFBB-4518-95AC-00FA1518EDC6}" destId="{4CBBB216-857F-48AB-ADB1-8F14DC23CC44}" srcOrd="2" destOrd="0" presId="urn:microsoft.com/office/officeart/2018/2/layout/IconVerticalSolidList"/>
    <dgm:cxn modelId="{9866F94F-7599-4FF9-81F1-EABCF25E5BF5}" type="presParOf" srcId="{E75CC21E-BFBB-4518-95AC-00FA1518EDC6}" destId="{2148FFE8-1D19-4817-84FF-FBD536CDB815}" srcOrd="3" destOrd="0" presId="urn:microsoft.com/office/officeart/2018/2/layout/IconVerticalSolidList"/>
    <dgm:cxn modelId="{49439E7F-1BED-4F0F-8292-48009FAE7A26}" type="presParOf" srcId="{768C55AF-F9F1-487A-A5C4-B3718F120D4E}" destId="{4BF8F9B8-801E-455C-B3EA-7CE2AAD4BEAA}" srcOrd="3" destOrd="0" presId="urn:microsoft.com/office/officeart/2018/2/layout/IconVerticalSolidList"/>
    <dgm:cxn modelId="{9FAE051B-A8A8-437B-BB75-1F52B25DC581}" type="presParOf" srcId="{768C55AF-F9F1-487A-A5C4-B3718F120D4E}" destId="{BA418898-832D-4206-999A-69B7BC8A09FB}" srcOrd="4" destOrd="0" presId="urn:microsoft.com/office/officeart/2018/2/layout/IconVerticalSolidList"/>
    <dgm:cxn modelId="{29431C21-C3CE-47B5-8E8B-957EB133DF9F}" type="presParOf" srcId="{BA418898-832D-4206-999A-69B7BC8A09FB}" destId="{FACFFD35-409C-4B55-9D7A-B671B08CB896}" srcOrd="0" destOrd="0" presId="urn:microsoft.com/office/officeart/2018/2/layout/IconVerticalSolidList"/>
    <dgm:cxn modelId="{A1C950F7-28B9-4F9E-B592-9E923DB1950F}" type="presParOf" srcId="{BA418898-832D-4206-999A-69B7BC8A09FB}" destId="{E1F734DC-ECD0-4376-B6F5-C3C2C4912ABE}" srcOrd="1" destOrd="0" presId="urn:microsoft.com/office/officeart/2018/2/layout/IconVerticalSolidList"/>
    <dgm:cxn modelId="{3CCB4272-DBB7-4442-8A19-F6A4C9A70E8E}" type="presParOf" srcId="{BA418898-832D-4206-999A-69B7BC8A09FB}" destId="{E59FA485-2D3D-47A9-A4DB-F54DEBE65666}" srcOrd="2" destOrd="0" presId="urn:microsoft.com/office/officeart/2018/2/layout/IconVerticalSolidList"/>
    <dgm:cxn modelId="{89853481-7B61-4181-BD01-5F275C96B043}" type="presParOf" srcId="{BA418898-832D-4206-999A-69B7BC8A09FB}" destId="{5E05725D-594E-4B7E-9C1F-7100B15F82C5}" srcOrd="3" destOrd="0" presId="urn:microsoft.com/office/officeart/2018/2/layout/IconVerticalSolidList"/>
    <dgm:cxn modelId="{A82800D5-C994-4A55-A942-1D19E1783372}" type="presParOf" srcId="{768C55AF-F9F1-487A-A5C4-B3718F120D4E}" destId="{81002576-3061-4370-8FA9-82CF3C63A7BA}" srcOrd="5" destOrd="0" presId="urn:microsoft.com/office/officeart/2018/2/layout/IconVerticalSolidList"/>
    <dgm:cxn modelId="{C93407D5-170B-492C-B89A-C62C0F91D4D4}" type="presParOf" srcId="{768C55AF-F9F1-487A-A5C4-B3718F120D4E}" destId="{7524FEF0-9500-4BA9-A534-DB4EDF75A0D6}" srcOrd="6" destOrd="0" presId="urn:microsoft.com/office/officeart/2018/2/layout/IconVerticalSolidList"/>
    <dgm:cxn modelId="{34F6A794-F1A7-4795-9FBA-CF060604CDFE}" type="presParOf" srcId="{7524FEF0-9500-4BA9-A534-DB4EDF75A0D6}" destId="{CABF02A4-275B-466E-8571-133045146BFC}" srcOrd="0" destOrd="0" presId="urn:microsoft.com/office/officeart/2018/2/layout/IconVerticalSolidList"/>
    <dgm:cxn modelId="{3DD961C7-CAB1-473A-8500-B3DC45553E2D}" type="presParOf" srcId="{7524FEF0-9500-4BA9-A534-DB4EDF75A0D6}" destId="{56C9403E-4622-43FB-8F45-D1F4807EE411}" srcOrd="1" destOrd="0" presId="urn:microsoft.com/office/officeart/2018/2/layout/IconVerticalSolidList"/>
    <dgm:cxn modelId="{C4007C4A-829E-4F35-AE36-470FB1586D55}" type="presParOf" srcId="{7524FEF0-9500-4BA9-A534-DB4EDF75A0D6}" destId="{85131149-328F-43D6-B82E-6FD14AF0A77E}" srcOrd="2" destOrd="0" presId="urn:microsoft.com/office/officeart/2018/2/layout/IconVerticalSolidList"/>
    <dgm:cxn modelId="{5B76FF9D-CF6D-48FE-871F-05FE430ED96D}" type="presParOf" srcId="{7524FEF0-9500-4BA9-A534-DB4EDF75A0D6}" destId="{E01210D9-8C03-4110-9BC3-CE8D2E9A118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0F32CF-D840-46AF-B28B-90AD944AA5D1}">
      <dsp:nvSpPr>
        <dsp:cNvPr id="0" name=""/>
        <dsp:cNvSpPr/>
      </dsp:nvSpPr>
      <dsp:spPr>
        <a:xfrm>
          <a:off x="0" y="0"/>
          <a:ext cx="5393471" cy="10591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dirty="0"/>
            <a:t>Vehicle theft is a major issue in South Africa, with thousands of cars stolen each year.</a:t>
          </a:r>
          <a:endParaRPr lang="en-US" sz="1900" kern="1200" dirty="0"/>
        </a:p>
      </dsp:txBody>
      <dsp:txXfrm>
        <a:off x="31022" y="31022"/>
        <a:ext cx="4250533" cy="997136"/>
      </dsp:txXfrm>
    </dsp:sp>
    <dsp:sp modelId="{124270E5-9303-4FAE-8AB7-1AC1DB3F0533}">
      <dsp:nvSpPr>
        <dsp:cNvPr id="0" name=""/>
        <dsp:cNvSpPr/>
      </dsp:nvSpPr>
      <dsp:spPr>
        <a:xfrm>
          <a:off x="475894" y="1235710"/>
          <a:ext cx="5393471" cy="10591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dirty="0"/>
            <a:t>Current systems are expensive and reactive, often only alerting after the theft has occurred.</a:t>
          </a:r>
          <a:endParaRPr lang="en-US" sz="1900" kern="1200" dirty="0"/>
        </a:p>
      </dsp:txBody>
      <dsp:txXfrm>
        <a:off x="506916" y="1266732"/>
        <a:ext cx="4167065" cy="997136"/>
      </dsp:txXfrm>
    </dsp:sp>
    <dsp:sp modelId="{09D39838-038B-4ECA-B359-BFDFCD6EB742}">
      <dsp:nvSpPr>
        <dsp:cNvPr id="0" name=""/>
        <dsp:cNvSpPr/>
      </dsp:nvSpPr>
      <dsp:spPr>
        <a:xfrm>
          <a:off x="951788" y="2471420"/>
          <a:ext cx="5393471" cy="10591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dirty="0"/>
            <a:t>There is a need for a smart, affordable, and proactive system to stop theft before it happens.</a:t>
          </a:r>
          <a:endParaRPr lang="en-US" sz="1900" kern="1200" dirty="0"/>
        </a:p>
      </dsp:txBody>
      <dsp:txXfrm>
        <a:off x="982810" y="2502442"/>
        <a:ext cx="4167065" cy="997136"/>
      </dsp:txXfrm>
    </dsp:sp>
    <dsp:sp modelId="{26F99B65-75E8-4733-ADE6-E4A63710546C}">
      <dsp:nvSpPr>
        <dsp:cNvPr id="0" name=""/>
        <dsp:cNvSpPr/>
      </dsp:nvSpPr>
      <dsp:spPr>
        <a:xfrm>
          <a:off x="4705004" y="803211"/>
          <a:ext cx="688467" cy="688467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100" kern="1200"/>
        </a:p>
      </dsp:txBody>
      <dsp:txXfrm>
        <a:off x="4859909" y="803211"/>
        <a:ext cx="378657" cy="518071"/>
      </dsp:txXfrm>
    </dsp:sp>
    <dsp:sp modelId="{2FF11322-61F9-4166-A846-84BC5A4DE41F}">
      <dsp:nvSpPr>
        <dsp:cNvPr id="0" name=""/>
        <dsp:cNvSpPr/>
      </dsp:nvSpPr>
      <dsp:spPr>
        <a:xfrm>
          <a:off x="5180898" y="2031860"/>
          <a:ext cx="688467" cy="688467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100" kern="1200"/>
        </a:p>
      </dsp:txBody>
      <dsp:txXfrm>
        <a:off x="5335803" y="2031860"/>
        <a:ext cx="378657" cy="51807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39C8D1-CEB9-4CB0-97C1-10BE31144B0B}">
      <dsp:nvSpPr>
        <dsp:cNvPr id="0" name=""/>
        <dsp:cNvSpPr/>
      </dsp:nvSpPr>
      <dsp:spPr>
        <a:xfrm>
          <a:off x="0" y="640"/>
          <a:ext cx="4793456" cy="149868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2DEA19-7D33-4425-B297-82A48297D20A}">
      <dsp:nvSpPr>
        <dsp:cNvPr id="0" name=""/>
        <dsp:cNvSpPr/>
      </dsp:nvSpPr>
      <dsp:spPr>
        <a:xfrm>
          <a:off x="453352" y="337845"/>
          <a:ext cx="824278" cy="82427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A42422-B862-4A69-B855-AC24D0C1A7DE}">
      <dsp:nvSpPr>
        <dsp:cNvPr id="0" name=""/>
        <dsp:cNvSpPr/>
      </dsp:nvSpPr>
      <dsp:spPr>
        <a:xfrm>
          <a:off x="1730984" y="640"/>
          <a:ext cx="3062471" cy="1498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611" tIns="158611" rIns="158611" bIns="15861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AutoGuardian is a smart anti-theft system integrating sensors, GSM/GPS, and mobile app control.</a:t>
          </a:r>
          <a:endParaRPr lang="en-US" sz="1600" kern="1200"/>
        </a:p>
      </dsp:txBody>
      <dsp:txXfrm>
        <a:off x="1730984" y="640"/>
        <a:ext cx="3062471" cy="1498687"/>
      </dsp:txXfrm>
    </dsp:sp>
    <dsp:sp modelId="{BEBAE6C6-A368-4577-A12E-D81C12B786C2}">
      <dsp:nvSpPr>
        <dsp:cNvPr id="0" name=""/>
        <dsp:cNvSpPr/>
      </dsp:nvSpPr>
      <dsp:spPr>
        <a:xfrm>
          <a:off x="0" y="1873999"/>
          <a:ext cx="4793456" cy="149868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9DAD0B-C45D-44DF-ADB5-93A99F7BE484}">
      <dsp:nvSpPr>
        <dsp:cNvPr id="0" name=""/>
        <dsp:cNvSpPr/>
      </dsp:nvSpPr>
      <dsp:spPr>
        <a:xfrm>
          <a:off x="453352" y="2211204"/>
          <a:ext cx="824278" cy="82427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D97F5E-C57F-466A-BF57-C7F1BC07EB85}">
      <dsp:nvSpPr>
        <dsp:cNvPr id="0" name=""/>
        <dsp:cNvSpPr/>
      </dsp:nvSpPr>
      <dsp:spPr>
        <a:xfrm>
          <a:off x="1730984" y="1873999"/>
          <a:ext cx="3062471" cy="1498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611" tIns="158611" rIns="158611" bIns="15861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It detects suspicious behavior and allows remote immobilization.</a:t>
          </a:r>
          <a:endParaRPr lang="en-US" sz="1600" kern="1200"/>
        </a:p>
      </dsp:txBody>
      <dsp:txXfrm>
        <a:off x="1730984" y="1873999"/>
        <a:ext cx="3062471" cy="1498687"/>
      </dsp:txXfrm>
    </dsp:sp>
    <dsp:sp modelId="{7B81DA0C-94BA-4DAF-A2B2-6E31AA82C670}">
      <dsp:nvSpPr>
        <dsp:cNvPr id="0" name=""/>
        <dsp:cNvSpPr/>
      </dsp:nvSpPr>
      <dsp:spPr>
        <a:xfrm>
          <a:off x="0" y="3747359"/>
          <a:ext cx="4793456" cy="149868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D5BFCD-F31C-4A0B-B5D1-591F6AE93C05}">
      <dsp:nvSpPr>
        <dsp:cNvPr id="0" name=""/>
        <dsp:cNvSpPr/>
      </dsp:nvSpPr>
      <dsp:spPr>
        <a:xfrm>
          <a:off x="453352" y="4084563"/>
          <a:ext cx="824278" cy="82427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93ACB0-DF30-4A35-B53D-0BBA61A8213B}">
      <dsp:nvSpPr>
        <dsp:cNvPr id="0" name=""/>
        <dsp:cNvSpPr/>
      </dsp:nvSpPr>
      <dsp:spPr>
        <a:xfrm>
          <a:off x="1730984" y="3747359"/>
          <a:ext cx="3062471" cy="1498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611" tIns="158611" rIns="158611" bIns="15861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Affordable, scalable, and proactive.</a:t>
          </a:r>
          <a:endParaRPr lang="en-US" sz="1600" kern="1200"/>
        </a:p>
      </dsp:txBody>
      <dsp:txXfrm>
        <a:off x="1730984" y="3747359"/>
        <a:ext cx="3062471" cy="149868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570203-65E7-4EF1-A4F6-C6CF52323648}">
      <dsp:nvSpPr>
        <dsp:cNvPr id="0" name=""/>
        <dsp:cNvSpPr/>
      </dsp:nvSpPr>
      <dsp:spPr>
        <a:xfrm>
          <a:off x="0" y="2177"/>
          <a:ext cx="4793456" cy="11036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B15C55-C1E1-4AD2-8623-E02433A44B60}">
      <dsp:nvSpPr>
        <dsp:cNvPr id="0" name=""/>
        <dsp:cNvSpPr/>
      </dsp:nvSpPr>
      <dsp:spPr>
        <a:xfrm>
          <a:off x="333853" y="250498"/>
          <a:ext cx="607006" cy="60700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1A9923-CE1F-480F-9E66-A6603C356B03}">
      <dsp:nvSpPr>
        <dsp:cNvPr id="0" name=""/>
        <dsp:cNvSpPr/>
      </dsp:nvSpPr>
      <dsp:spPr>
        <a:xfrm>
          <a:off x="1274714" y="2177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/>
            <a:t>Sensors detect movement or unauthorized entry.</a:t>
          </a:r>
          <a:endParaRPr lang="en-US" sz="2000" kern="1200" dirty="0"/>
        </a:p>
      </dsp:txBody>
      <dsp:txXfrm>
        <a:off x="1274714" y="2177"/>
        <a:ext cx="3518741" cy="1103648"/>
      </dsp:txXfrm>
    </dsp:sp>
    <dsp:sp modelId="{D5F27F55-F3E8-447D-9332-4120206FEBA6}">
      <dsp:nvSpPr>
        <dsp:cNvPr id="0" name=""/>
        <dsp:cNvSpPr/>
      </dsp:nvSpPr>
      <dsp:spPr>
        <a:xfrm>
          <a:off x="0" y="1381738"/>
          <a:ext cx="4793456" cy="11036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37C143-844E-48FC-811C-7DB86CED666C}">
      <dsp:nvSpPr>
        <dsp:cNvPr id="0" name=""/>
        <dsp:cNvSpPr/>
      </dsp:nvSpPr>
      <dsp:spPr>
        <a:xfrm>
          <a:off x="333853" y="1630059"/>
          <a:ext cx="607006" cy="60700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7748FA-C9C7-4465-9358-D658BFF222E2}">
      <dsp:nvSpPr>
        <dsp:cNvPr id="0" name=""/>
        <dsp:cNvSpPr/>
      </dsp:nvSpPr>
      <dsp:spPr>
        <a:xfrm>
          <a:off x="1274714" y="1381738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/>
            <a:t>GSM module sends real-time alerts to your mobile device.</a:t>
          </a:r>
          <a:endParaRPr lang="en-US" sz="2000" kern="1200" dirty="0"/>
        </a:p>
      </dsp:txBody>
      <dsp:txXfrm>
        <a:off x="1274714" y="1381738"/>
        <a:ext cx="3518741" cy="1103648"/>
      </dsp:txXfrm>
    </dsp:sp>
    <dsp:sp modelId="{91A12F08-9040-481E-8955-30AF0A77B35E}">
      <dsp:nvSpPr>
        <dsp:cNvPr id="0" name=""/>
        <dsp:cNvSpPr/>
      </dsp:nvSpPr>
      <dsp:spPr>
        <a:xfrm>
          <a:off x="0" y="2761299"/>
          <a:ext cx="4793456" cy="11036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D48A68-62C1-4ED0-89D4-FDE42E7C49CD}">
      <dsp:nvSpPr>
        <dsp:cNvPr id="0" name=""/>
        <dsp:cNvSpPr/>
      </dsp:nvSpPr>
      <dsp:spPr>
        <a:xfrm>
          <a:off x="333853" y="3009620"/>
          <a:ext cx="607006" cy="60700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07CF42-4E50-4837-8586-D30C2947883C}">
      <dsp:nvSpPr>
        <dsp:cNvPr id="0" name=""/>
        <dsp:cNvSpPr/>
      </dsp:nvSpPr>
      <dsp:spPr>
        <a:xfrm>
          <a:off x="1274714" y="2761299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/>
            <a:t>GPS tracks the car's location.</a:t>
          </a:r>
          <a:endParaRPr lang="en-US" sz="2000" kern="1200" dirty="0"/>
        </a:p>
      </dsp:txBody>
      <dsp:txXfrm>
        <a:off x="1274714" y="2761299"/>
        <a:ext cx="3518741" cy="1103648"/>
      </dsp:txXfrm>
    </dsp:sp>
    <dsp:sp modelId="{D8F0C0FA-806B-4E6C-BF20-86D3D5EB17C3}">
      <dsp:nvSpPr>
        <dsp:cNvPr id="0" name=""/>
        <dsp:cNvSpPr/>
      </dsp:nvSpPr>
      <dsp:spPr>
        <a:xfrm>
          <a:off x="0" y="4140860"/>
          <a:ext cx="4793456" cy="11036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CE309E-68E7-4CE4-B3CF-6ABD66E56DB6}">
      <dsp:nvSpPr>
        <dsp:cNvPr id="0" name=""/>
        <dsp:cNvSpPr/>
      </dsp:nvSpPr>
      <dsp:spPr>
        <a:xfrm>
          <a:off x="333853" y="4389181"/>
          <a:ext cx="607006" cy="60700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A0B81B-9F7E-4F57-A09A-8508C005D39B}">
      <dsp:nvSpPr>
        <dsp:cNvPr id="0" name=""/>
        <dsp:cNvSpPr/>
      </dsp:nvSpPr>
      <dsp:spPr>
        <a:xfrm>
          <a:off x="1274714" y="4140860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/>
            <a:t>User can disable the car remotely using the app.</a:t>
          </a:r>
          <a:endParaRPr lang="en-US" sz="2000" kern="1200" dirty="0"/>
        </a:p>
      </dsp:txBody>
      <dsp:txXfrm>
        <a:off x="1274714" y="4140860"/>
        <a:ext cx="3518741" cy="110364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5C6E79-E7A3-4828-9622-2B59ED9EBA53}">
      <dsp:nvSpPr>
        <dsp:cNvPr id="0" name=""/>
        <dsp:cNvSpPr/>
      </dsp:nvSpPr>
      <dsp:spPr>
        <a:xfrm>
          <a:off x="0" y="4098"/>
          <a:ext cx="4793456" cy="8730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F0D243-B5F3-425B-A87B-E2A532B50B99}">
      <dsp:nvSpPr>
        <dsp:cNvPr id="0" name=""/>
        <dsp:cNvSpPr/>
      </dsp:nvSpPr>
      <dsp:spPr>
        <a:xfrm>
          <a:off x="264107" y="200542"/>
          <a:ext cx="480194" cy="48019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139CCB-96A2-4339-B88B-AC1ADFD8C339}">
      <dsp:nvSpPr>
        <dsp:cNvPr id="0" name=""/>
        <dsp:cNvSpPr/>
      </dsp:nvSpPr>
      <dsp:spPr>
        <a:xfrm>
          <a:off x="1008409" y="4098"/>
          <a:ext cx="3785046" cy="87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01" tIns="92401" rIns="92401" bIns="9240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dirty="0"/>
            <a:t>Real-time alerts</a:t>
          </a:r>
          <a:endParaRPr lang="en-US" sz="1900" kern="1200" dirty="0"/>
        </a:p>
      </dsp:txBody>
      <dsp:txXfrm>
        <a:off x="1008409" y="4098"/>
        <a:ext cx="3785046" cy="873081"/>
      </dsp:txXfrm>
    </dsp:sp>
    <dsp:sp modelId="{84C2E31A-7072-4A52-BFF4-7A6BB0A6F1AF}">
      <dsp:nvSpPr>
        <dsp:cNvPr id="0" name=""/>
        <dsp:cNvSpPr/>
      </dsp:nvSpPr>
      <dsp:spPr>
        <a:xfrm>
          <a:off x="0" y="1095450"/>
          <a:ext cx="4793456" cy="8730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593EC0-8B52-48EA-B5C7-681FF33E936B}">
      <dsp:nvSpPr>
        <dsp:cNvPr id="0" name=""/>
        <dsp:cNvSpPr/>
      </dsp:nvSpPr>
      <dsp:spPr>
        <a:xfrm>
          <a:off x="264107" y="1291894"/>
          <a:ext cx="480194" cy="48019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BFB687-19B1-46D1-BF1D-FFAFC8B497CB}">
      <dsp:nvSpPr>
        <dsp:cNvPr id="0" name=""/>
        <dsp:cNvSpPr/>
      </dsp:nvSpPr>
      <dsp:spPr>
        <a:xfrm>
          <a:off x="1008409" y="1095450"/>
          <a:ext cx="3785046" cy="87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01" tIns="92401" rIns="92401" bIns="9240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dirty="0"/>
            <a:t>Remote immobilization</a:t>
          </a:r>
          <a:endParaRPr lang="en-US" sz="1900" kern="1200" dirty="0"/>
        </a:p>
      </dsp:txBody>
      <dsp:txXfrm>
        <a:off x="1008409" y="1095450"/>
        <a:ext cx="3785046" cy="873081"/>
      </dsp:txXfrm>
    </dsp:sp>
    <dsp:sp modelId="{FB3A465A-9812-4B81-979F-15AF78869323}">
      <dsp:nvSpPr>
        <dsp:cNvPr id="0" name=""/>
        <dsp:cNvSpPr/>
      </dsp:nvSpPr>
      <dsp:spPr>
        <a:xfrm>
          <a:off x="0" y="2186802"/>
          <a:ext cx="4793456" cy="8730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4D6BA5-8788-4953-B7DE-D3DECA72C150}">
      <dsp:nvSpPr>
        <dsp:cNvPr id="0" name=""/>
        <dsp:cNvSpPr/>
      </dsp:nvSpPr>
      <dsp:spPr>
        <a:xfrm>
          <a:off x="264107" y="2383246"/>
          <a:ext cx="480194" cy="48019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110829-EF75-4EF4-9444-6A339033FD03}">
      <dsp:nvSpPr>
        <dsp:cNvPr id="0" name=""/>
        <dsp:cNvSpPr/>
      </dsp:nvSpPr>
      <dsp:spPr>
        <a:xfrm>
          <a:off x="1008409" y="2186802"/>
          <a:ext cx="3785046" cy="87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01" tIns="92401" rIns="92401" bIns="9240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dirty="0"/>
            <a:t>GPS tracking</a:t>
          </a:r>
          <a:endParaRPr lang="en-US" sz="1900" kern="1200" dirty="0"/>
        </a:p>
      </dsp:txBody>
      <dsp:txXfrm>
        <a:off x="1008409" y="2186802"/>
        <a:ext cx="3785046" cy="873081"/>
      </dsp:txXfrm>
    </dsp:sp>
    <dsp:sp modelId="{EA4B6860-E637-46BF-9A1C-7C2529B1F763}">
      <dsp:nvSpPr>
        <dsp:cNvPr id="0" name=""/>
        <dsp:cNvSpPr/>
      </dsp:nvSpPr>
      <dsp:spPr>
        <a:xfrm>
          <a:off x="0" y="3278154"/>
          <a:ext cx="4793456" cy="8730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C48B2C-9655-47AC-A3BE-B853B9102443}">
      <dsp:nvSpPr>
        <dsp:cNvPr id="0" name=""/>
        <dsp:cNvSpPr/>
      </dsp:nvSpPr>
      <dsp:spPr>
        <a:xfrm>
          <a:off x="264107" y="3474597"/>
          <a:ext cx="480194" cy="48019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12AAB1-2496-4CFE-BF25-8EAFB90DDB08}">
      <dsp:nvSpPr>
        <dsp:cNvPr id="0" name=""/>
        <dsp:cNvSpPr/>
      </dsp:nvSpPr>
      <dsp:spPr>
        <a:xfrm>
          <a:off x="1008409" y="3278154"/>
          <a:ext cx="3785046" cy="87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01" tIns="92401" rIns="92401" bIns="9240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dirty="0"/>
            <a:t>Mobile integration</a:t>
          </a:r>
          <a:endParaRPr lang="en-US" sz="1900" kern="1200" dirty="0"/>
        </a:p>
      </dsp:txBody>
      <dsp:txXfrm>
        <a:off x="1008409" y="3278154"/>
        <a:ext cx="3785046" cy="873081"/>
      </dsp:txXfrm>
    </dsp:sp>
    <dsp:sp modelId="{C4737880-4348-407A-929C-7F3D28182633}">
      <dsp:nvSpPr>
        <dsp:cNvPr id="0" name=""/>
        <dsp:cNvSpPr/>
      </dsp:nvSpPr>
      <dsp:spPr>
        <a:xfrm>
          <a:off x="0" y="4369506"/>
          <a:ext cx="4793456" cy="8730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B64260-B7AE-43DD-81DC-29639EBEAF33}">
      <dsp:nvSpPr>
        <dsp:cNvPr id="0" name=""/>
        <dsp:cNvSpPr/>
      </dsp:nvSpPr>
      <dsp:spPr>
        <a:xfrm>
          <a:off x="264107" y="4565949"/>
          <a:ext cx="480194" cy="48019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650698-9A5A-4C14-846D-2842788B2C88}">
      <dsp:nvSpPr>
        <dsp:cNvPr id="0" name=""/>
        <dsp:cNvSpPr/>
      </dsp:nvSpPr>
      <dsp:spPr>
        <a:xfrm>
          <a:off x="1008409" y="4369506"/>
          <a:ext cx="3785046" cy="87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01" tIns="92401" rIns="92401" bIns="9240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dirty="0"/>
            <a:t>Affordable hardware setup</a:t>
          </a:r>
          <a:endParaRPr lang="en-US" sz="1900" kern="1200" dirty="0"/>
        </a:p>
      </dsp:txBody>
      <dsp:txXfrm>
        <a:off x="1008409" y="4369506"/>
        <a:ext cx="3785046" cy="87308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34EFB3-0B63-4828-A542-2690DBA62D43}">
      <dsp:nvSpPr>
        <dsp:cNvPr id="0" name=""/>
        <dsp:cNvSpPr/>
      </dsp:nvSpPr>
      <dsp:spPr>
        <a:xfrm>
          <a:off x="0" y="2177"/>
          <a:ext cx="4793456" cy="11036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7B90E0-0019-4291-B571-D89D7C75B916}">
      <dsp:nvSpPr>
        <dsp:cNvPr id="0" name=""/>
        <dsp:cNvSpPr/>
      </dsp:nvSpPr>
      <dsp:spPr>
        <a:xfrm>
          <a:off x="333853" y="250498"/>
          <a:ext cx="607006" cy="60700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118A2A-E751-43C6-8C8F-22094B6290E6}">
      <dsp:nvSpPr>
        <dsp:cNvPr id="0" name=""/>
        <dsp:cNvSpPr/>
      </dsp:nvSpPr>
      <dsp:spPr>
        <a:xfrm>
          <a:off x="1274714" y="2177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Addresses a major societal problem</a:t>
          </a:r>
          <a:endParaRPr lang="en-US" sz="2200" kern="1200"/>
        </a:p>
      </dsp:txBody>
      <dsp:txXfrm>
        <a:off x="1274714" y="2177"/>
        <a:ext cx="3518741" cy="1103648"/>
      </dsp:txXfrm>
    </dsp:sp>
    <dsp:sp modelId="{15B88492-A27F-4043-B1A3-FDE6E1791D4A}">
      <dsp:nvSpPr>
        <dsp:cNvPr id="0" name=""/>
        <dsp:cNvSpPr/>
      </dsp:nvSpPr>
      <dsp:spPr>
        <a:xfrm>
          <a:off x="0" y="1381738"/>
          <a:ext cx="4793456" cy="11036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078B31-99FE-4BC2-B33B-20BBFC454B8B}">
      <dsp:nvSpPr>
        <dsp:cNvPr id="0" name=""/>
        <dsp:cNvSpPr/>
      </dsp:nvSpPr>
      <dsp:spPr>
        <a:xfrm>
          <a:off x="333853" y="1630059"/>
          <a:ext cx="607006" cy="60700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48FFE8-1D19-4817-84FF-FBD536CDB815}">
      <dsp:nvSpPr>
        <dsp:cNvPr id="0" name=""/>
        <dsp:cNvSpPr/>
      </dsp:nvSpPr>
      <dsp:spPr>
        <a:xfrm>
          <a:off x="1274714" y="1381738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High potential for market success</a:t>
          </a:r>
          <a:endParaRPr lang="en-US" sz="2200" kern="1200"/>
        </a:p>
      </dsp:txBody>
      <dsp:txXfrm>
        <a:off x="1274714" y="1381738"/>
        <a:ext cx="3518741" cy="1103648"/>
      </dsp:txXfrm>
    </dsp:sp>
    <dsp:sp modelId="{FACFFD35-409C-4B55-9D7A-B671B08CB896}">
      <dsp:nvSpPr>
        <dsp:cNvPr id="0" name=""/>
        <dsp:cNvSpPr/>
      </dsp:nvSpPr>
      <dsp:spPr>
        <a:xfrm>
          <a:off x="0" y="2761299"/>
          <a:ext cx="4793456" cy="11036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F734DC-ECD0-4376-B6F5-C3C2C4912ABE}">
      <dsp:nvSpPr>
        <dsp:cNvPr id="0" name=""/>
        <dsp:cNvSpPr/>
      </dsp:nvSpPr>
      <dsp:spPr>
        <a:xfrm>
          <a:off x="333853" y="3009620"/>
          <a:ext cx="607006" cy="60700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05725D-594E-4B7E-9C1F-7100B15F82C5}">
      <dsp:nvSpPr>
        <dsp:cNvPr id="0" name=""/>
        <dsp:cNvSpPr/>
      </dsp:nvSpPr>
      <dsp:spPr>
        <a:xfrm>
          <a:off x="1274714" y="2761299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dirty="0"/>
            <a:t>Scalable across Africa</a:t>
          </a:r>
          <a:endParaRPr lang="en-US" sz="2200" kern="1200" dirty="0"/>
        </a:p>
      </dsp:txBody>
      <dsp:txXfrm>
        <a:off x="1274714" y="2761299"/>
        <a:ext cx="3518741" cy="1103648"/>
      </dsp:txXfrm>
    </dsp:sp>
    <dsp:sp modelId="{CABF02A4-275B-466E-8571-133045146BFC}">
      <dsp:nvSpPr>
        <dsp:cNvPr id="0" name=""/>
        <dsp:cNvSpPr/>
      </dsp:nvSpPr>
      <dsp:spPr>
        <a:xfrm>
          <a:off x="0" y="4140860"/>
          <a:ext cx="4793456" cy="11036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C9403E-4622-43FB-8F45-D1F4807EE411}">
      <dsp:nvSpPr>
        <dsp:cNvPr id="0" name=""/>
        <dsp:cNvSpPr/>
      </dsp:nvSpPr>
      <dsp:spPr>
        <a:xfrm>
          <a:off x="333853" y="4389181"/>
          <a:ext cx="607006" cy="60700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1210D9-8C03-4110-9BC3-CE8D2E9A118F}">
      <dsp:nvSpPr>
        <dsp:cNvPr id="0" name=""/>
        <dsp:cNvSpPr/>
      </dsp:nvSpPr>
      <dsp:spPr>
        <a:xfrm>
          <a:off x="1274714" y="4140860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Led by a passionate, skilled student innovator</a:t>
          </a:r>
          <a:endParaRPr lang="en-US" sz="2200" kern="1200"/>
        </a:p>
      </dsp:txBody>
      <dsp:txXfrm>
        <a:off x="1274714" y="4140860"/>
        <a:ext cx="3518741" cy="11036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613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360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173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096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189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15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068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526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7853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643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3750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1126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1600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085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2001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9163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841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078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5">
            <a:extLst>
              <a:ext uri="{FF2B5EF4-FFF2-40B4-BE49-F238E27FC236}">
                <a16:creationId xmlns:a16="http://schemas.microsoft.com/office/drawing/2014/main" id="{D22D1B95-2B54-43E9-85D9-B489F6C5DD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21010068">
            <a:off x="6368213" y="4185117"/>
            <a:ext cx="2474555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ZA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7D0F3F6D-A49D-4406-8D61-1C4F8D792F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341709" y="4241801"/>
            <a:ext cx="8458200" cy="2337161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ZA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D953A318-DA8D-4405-9536-D889E45C5E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Z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E382A3D-2F90-475C-8DF2-F666FEA34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2378" y="1143000"/>
            <a:ext cx="6619243" cy="3389217"/>
          </a:xfrm>
        </p:spPr>
        <p:txBody>
          <a:bodyPr anchor="ctr">
            <a:normAutofit/>
          </a:bodyPr>
          <a:lstStyle/>
          <a:p>
            <a:pPr algn="ctr"/>
            <a:r>
              <a:rPr lang="en-GB" sz="5700">
                <a:solidFill>
                  <a:srgbClr val="FFFFFF"/>
                </a:solidFill>
              </a:rPr>
              <a:t>AutoGuardian: Smart Vehicle Anti-Theft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2378" y="5240851"/>
            <a:ext cx="6619243" cy="828932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ZA" sz="2100">
                <a:solidFill>
                  <a:schemeClr val="tx2"/>
                </a:solidFill>
              </a:rPr>
              <a:t>Pitch Presentation</a:t>
            </a:r>
          </a:p>
          <a:p>
            <a:pPr algn="ctr">
              <a:lnSpc>
                <a:spcPct val="90000"/>
              </a:lnSpc>
            </a:pPr>
            <a:r>
              <a:rPr lang="en-ZA" sz="2100">
                <a:solidFill>
                  <a:schemeClr val="tx2"/>
                </a:solidFill>
              </a:rPr>
              <a:t>Nkosiyabo Mdladla • August 8, 2025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The Problem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11770B8-5D54-643A-D947-036A23E14A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1099397"/>
              </p:ext>
            </p:extLst>
          </p:nvPr>
        </p:nvGraphicFramePr>
        <p:xfrm>
          <a:off x="864382" y="2489200"/>
          <a:ext cx="6345260" cy="353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3667"/>
            <a:ext cx="2206657" cy="4833745"/>
          </a:xfrm>
        </p:spPr>
        <p:txBody>
          <a:bodyPr>
            <a:normAutofit/>
          </a:bodyPr>
          <a:lstStyle/>
          <a:p>
            <a:r>
              <a:rPr lang="en-ZA" sz="2200">
                <a:solidFill>
                  <a:srgbClr val="EBEBEB"/>
                </a:solidFill>
              </a:rPr>
              <a:t>The Solution – AutoGuardian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8349237-B90B-A268-59A2-021C0AE3E9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4517996"/>
              </p:ext>
            </p:extLst>
          </p:nvPr>
        </p:nvGraphicFramePr>
        <p:xfrm>
          <a:off x="3895725" y="808038"/>
          <a:ext cx="4793456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3667"/>
            <a:ext cx="2206657" cy="4833745"/>
          </a:xfrm>
        </p:spPr>
        <p:txBody>
          <a:bodyPr>
            <a:normAutofit/>
          </a:bodyPr>
          <a:lstStyle/>
          <a:p>
            <a:r>
              <a:rPr lang="en-ZA">
                <a:solidFill>
                  <a:srgbClr val="EBEBEB"/>
                </a:solidFill>
              </a:rPr>
              <a:t>How It Works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6CE8201-88AD-F4B4-CD6F-C82EAF1D7D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7588364"/>
              </p:ext>
            </p:extLst>
          </p:nvPr>
        </p:nvGraphicFramePr>
        <p:xfrm>
          <a:off x="3895725" y="808038"/>
          <a:ext cx="4793456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3667"/>
            <a:ext cx="2206657" cy="4833745"/>
          </a:xfrm>
        </p:spPr>
        <p:txBody>
          <a:bodyPr>
            <a:normAutofit/>
          </a:bodyPr>
          <a:lstStyle/>
          <a:p>
            <a:r>
              <a:rPr lang="en-ZA">
                <a:solidFill>
                  <a:srgbClr val="EBEBEB"/>
                </a:solidFill>
              </a:rPr>
              <a:t>Key Features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38F9C1D-9308-8621-EAC6-AB979BAF29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2560551"/>
              </p:ext>
            </p:extLst>
          </p:nvPr>
        </p:nvGraphicFramePr>
        <p:xfrm>
          <a:off x="3895725" y="808038"/>
          <a:ext cx="4793456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10C9632-BB6F-48EE-AB65-501878BA5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587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EC8AAB6-953B-4D29-9967-3C44D06BB4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3122264" y="751601"/>
            <a:ext cx="6053670" cy="5354799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ZA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C89ED458-2326-40DC-9C7B-1A717B655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Z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3668"/>
            <a:ext cx="2206657" cy="102023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ZA">
                <a:solidFill>
                  <a:schemeClr val="tx1"/>
                </a:solidFill>
              </a:rPr>
              <a:t>Demo Preview</a:t>
            </a:r>
          </a:p>
        </p:txBody>
      </p:sp>
      <p:pic>
        <p:nvPicPr>
          <p:cNvPr id="7" name="Picture 6" descr="A circuit board with a screen and a red light&#10;&#10;AI-generated content may be incorrect.">
            <a:extLst>
              <a:ext uri="{FF2B5EF4-FFF2-40B4-BE49-F238E27FC236}">
                <a16:creationId xmlns:a16="http://schemas.microsoft.com/office/drawing/2014/main" id="{3D45CDB2-3F25-3E31-C6D0-5D4B49CC90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081" r="20467" b="2"/>
          <a:stretch>
            <a:fillRect/>
          </a:stretch>
        </p:blipFill>
        <p:spPr>
          <a:xfrm>
            <a:off x="3895955" y="803751"/>
            <a:ext cx="4793650" cy="5250498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6F9D1DE6-E368-4F07-85F9-D5B767477D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63B1F66-4ACE-4A01-8ADF-F175A9C35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67000"/>
            <a:ext cx="314325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F8448ED-9332-4A9B-8CAB-B1985E596E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95600"/>
            <a:ext cx="177165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216" y="2120900"/>
            <a:ext cx="2350294" cy="3898900"/>
          </a:xfrm>
        </p:spPr>
        <p:txBody>
          <a:bodyPr>
            <a:normAutofit/>
          </a:bodyPr>
          <a:lstStyle/>
          <a:p>
            <a:r>
              <a:rPr lang="en-GB">
                <a:solidFill>
                  <a:schemeClr val="tx1"/>
                </a:solidFill>
              </a:rPr>
              <a:t>Wokwi simulation of system logic and alerts</a:t>
            </a:r>
          </a:p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29" name="Freeform 5">
            <a:extLst>
              <a:ext uri="{FF2B5EF4-FFF2-40B4-BE49-F238E27FC236}">
                <a16:creationId xmlns:a16="http://schemas.microsoft.com/office/drawing/2014/main" id="{ED3A2261-1C75-40FF-8CD6-18C5900C1C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1942938" y="1881194"/>
            <a:ext cx="3299407" cy="330693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ZA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38ABDB68-E3D5-448E-97D3-06FFEF6801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34" name="Freeform 5">
            <a:extLst>
              <a:ext uri="{FF2B5EF4-FFF2-40B4-BE49-F238E27FC236}">
                <a16:creationId xmlns:a16="http://schemas.microsoft.com/office/drawing/2014/main" id="{B8DD7FEB-D9F3-4F5B-982C-36B0664D0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620146" y="1881194"/>
            <a:ext cx="3299407" cy="330693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ZA"/>
          </a:p>
        </p:txBody>
      </p:sp>
      <p:sp>
        <p:nvSpPr>
          <p:cNvPr id="36" name="Freeform 5">
            <a:extLst>
              <a:ext uri="{FF2B5EF4-FFF2-40B4-BE49-F238E27FC236}">
                <a16:creationId xmlns:a16="http://schemas.microsoft.com/office/drawing/2014/main" id="{96BA11E4-0636-4FA9-A836-2A4FB1764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Z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003937-559F-57AF-1806-E442C91A0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23" y="629265"/>
            <a:ext cx="4554582" cy="1622322"/>
          </a:xfrm>
        </p:spPr>
        <p:txBody>
          <a:bodyPr>
            <a:normAutofit/>
          </a:bodyPr>
          <a:lstStyle/>
          <a:p>
            <a:r>
              <a:rPr lang="en-ZA">
                <a:solidFill>
                  <a:srgbClr val="EBEBEB"/>
                </a:solidFill>
              </a:rPr>
              <a:t>Demo Preview Continued</a:t>
            </a: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5681882E-BDD0-4311-AF62-E801962852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3960868" y="1590205"/>
            <a:ext cx="6053670" cy="3677591"/>
          </a:xfrm>
          <a:custGeom>
            <a:avLst/>
            <a:gdLst>
              <a:gd name="connsiteX0" fmla="*/ 6053670 w 6053670"/>
              <a:gd name="connsiteY0" fmla="*/ 1098 h 4903455"/>
              <a:gd name="connsiteX1" fmla="*/ 6053670 w 6053670"/>
              <a:gd name="connsiteY1" fmla="*/ 424590 h 4903455"/>
              <a:gd name="connsiteX2" fmla="*/ 6053670 w 6053670"/>
              <a:gd name="connsiteY2" fmla="*/ 1254558 h 4903455"/>
              <a:gd name="connsiteX3" fmla="*/ 6053670 w 6053670"/>
              <a:gd name="connsiteY3" fmla="*/ 4903455 h 4903455"/>
              <a:gd name="connsiteX4" fmla="*/ 0 w 6053670"/>
              <a:gd name="connsiteY4" fmla="*/ 4903455 h 4903455"/>
              <a:gd name="connsiteX5" fmla="*/ 0 w 6053670"/>
              <a:gd name="connsiteY5" fmla="*/ 1249853 h 4903455"/>
              <a:gd name="connsiteX6" fmla="*/ 0 w 6053670"/>
              <a:gd name="connsiteY6" fmla="*/ 424590 h 4903455"/>
              <a:gd name="connsiteX7" fmla="*/ 0 w 6053670"/>
              <a:gd name="connsiteY7" fmla="*/ 0 h 4903455"/>
              <a:gd name="connsiteX8" fmla="*/ 35717 w 6053670"/>
              <a:gd name="connsiteY8" fmla="*/ 5488 h 4903455"/>
              <a:gd name="connsiteX9" fmla="*/ 140445 w 6053670"/>
              <a:gd name="connsiteY9" fmla="*/ 21641 h 4903455"/>
              <a:gd name="connsiteX10" fmla="*/ 216722 w 6053670"/>
              <a:gd name="connsiteY10" fmla="*/ 32932 h 4903455"/>
              <a:gd name="connsiteX11" fmla="*/ 307527 w 6053670"/>
              <a:gd name="connsiteY11" fmla="*/ 44850 h 4903455"/>
              <a:gd name="connsiteX12" fmla="*/ 415282 w 6053670"/>
              <a:gd name="connsiteY12" fmla="*/ 59121 h 4903455"/>
              <a:gd name="connsiteX13" fmla="*/ 534539 w 6053670"/>
              <a:gd name="connsiteY13" fmla="*/ 74175 h 4903455"/>
              <a:gd name="connsiteX14" fmla="*/ 668931 w 6053670"/>
              <a:gd name="connsiteY14" fmla="*/ 90014 h 4903455"/>
              <a:gd name="connsiteX15" fmla="*/ 815430 w 6053670"/>
              <a:gd name="connsiteY15" fmla="*/ 106794 h 4903455"/>
              <a:gd name="connsiteX16" fmla="*/ 974641 w 6053670"/>
              <a:gd name="connsiteY16" fmla="*/ 123574 h 4903455"/>
              <a:gd name="connsiteX17" fmla="*/ 1144144 w 6053670"/>
              <a:gd name="connsiteY17" fmla="*/ 140667 h 4903455"/>
              <a:gd name="connsiteX18" fmla="*/ 1326965 w 6053670"/>
              <a:gd name="connsiteY18" fmla="*/ 156506 h 4903455"/>
              <a:gd name="connsiteX19" fmla="*/ 1518261 w 6053670"/>
              <a:gd name="connsiteY19" fmla="*/ 171717 h 4903455"/>
              <a:gd name="connsiteX20" fmla="*/ 1720453 w 6053670"/>
              <a:gd name="connsiteY20" fmla="*/ 185518 h 4903455"/>
              <a:gd name="connsiteX21" fmla="*/ 1931121 w 6053670"/>
              <a:gd name="connsiteY21" fmla="*/ 198690 h 4903455"/>
              <a:gd name="connsiteX22" fmla="*/ 2150869 w 6053670"/>
              <a:gd name="connsiteY22" fmla="*/ 211079 h 4903455"/>
              <a:gd name="connsiteX23" fmla="*/ 2263467 w 6053670"/>
              <a:gd name="connsiteY23" fmla="*/ 215470 h 4903455"/>
              <a:gd name="connsiteX24" fmla="*/ 2378487 w 6053670"/>
              <a:gd name="connsiteY24" fmla="*/ 220332 h 4903455"/>
              <a:gd name="connsiteX25" fmla="*/ 2495323 w 6053670"/>
              <a:gd name="connsiteY25" fmla="*/ 224879 h 4903455"/>
              <a:gd name="connsiteX26" fmla="*/ 2612764 w 6053670"/>
              <a:gd name="connsiteY26" fmla="*/ 227859 h 4903455"/>
              <a:gd name="connsiteX27" fmla="*/ 2732627 w 6053670"/>
              <a:gd name="connsiteY27" fmla="*/ 230525 h 4903455"/>
              <a:gd name="connsiteX28" fmla="*/ 2853700 w 6053670"/>
              <a:gd name="connsiteY28" fmla="*/ 233348 h 4903455"/>
              <a:gd name="connsiteX29" fmla="*/ 2977195 w 6053670"/>
              <a:gd name="connsiteY29" fmla="*/ 235229 h 4903455"/>
              <a:gd name="connsiteX30" fmla="*/ 3101900 w 6053670"/>
              <a:gd name="connsiteY30" fmla="*/ 235229 h 4903455"/>
              <a:gd name="connsiteX31" fmla="*/ 3227817 w 6053670"/>
              <a:gd name="connsiteY31" fmla="*/ 236170 h 4903455"/>
              <a:gd name="connsiteX32" fmla="*/ 3354944 w 6053670"/>
              <a:gd name="connsiteY32" fmla="*/ 235229 h 4903455"/>
              <a:gd name="connsiteX33" fmla="*/ 3483887 w 6053670"/>
              <a:gd name="connsiteY33" fmla="*/ 233348 h 4903455"/>
              <a:gd name="connsiteX34" fmla="*/ 3612830 w 6053670"/>
              <a:gd name="connsiteY34" fmla="*/ 231623 h 4903455"/>
              <a:gd name="connsiteX35" fmla="*/ 3743589 w 6053670"/>
              <a:gd name="connsiteY35" fmla="*/ 227859 h 4903455"/>
              <a:gd name="connsiteX36" fmla="*/ 3875559 w 6053670"/>
              <a:gd name="connsiteY36" fmla="*/ 223938 h 4903455"/>
              <a:gd name="connsiteX37" fmla="*/ 4007529 w 6053670"/>
              <a:gd name="connsiteY37" fmla="*/ 219391 h 4903455"/>
              <a:gd name="connsiteX38" fmla="*/ 4140710 w 6053670"/>
              <a:gd name="connsiteY38" fmla="*/ 212961 h 4903455"/>
              <a:gd name="connsiteX39" fmla="*/ 4275102 w 6053670"/>
              <a:gd name="connsiteY39" fmla="*/ 205277 h 4903455"/>
              <a:gd name="connsiteX40" fmla="*/ 4410098 w 6053670"/>
              <a:gd name="connsiteY40" fmla="*/ 197907 h 4903455"/>
              <a:gd name="connsiteX41" fmla="*/ 4545096 w 6053670"/>
              <a:gd name="connsiteY41" fmla="*/ 188498 h 4903455"/>
              <a:gd name="connsiteX42" fmla="*/ 4681909 w 6053670"/>
              <a:gd name="connsiteY42" fmla="*/ 177207 h 4903455"/>
              <a:gd name="connsiteX43" fmla="*/ 4816905 w 6053670"/>
              <a:gd name="connsiteY43" fmla="*/ 165916 h 4903455"/>
              <a:gd name="connsiteX44" fmla="*/ 4954323 w 6053670"/>
              <a:gd name="connsiteY44" fmla="*/ 152899 h 4903455"/>
              <a:gd name="connsiteX45" fmla="*/ 5092347 w 6053670"/>
              <a:gd name="connsiteY45" fmla="*/ 138629 h 4903455"/>
              <a:gd name="connsiteX46" fmla="*/ 5228555 w 6053670"/>
              <a:gd name="connsiteY46" fmla="*/ 123574 h 4903455"/>
              <a:gd name="connsiteX47" fmla="*/ 5366578 w 6053670"/>
              <a:gd name="connsiteY47" fmla="*/ 106010 h 4903455"/>
              <a:gd name="connsiteX48" fmla="*/ 5503997 w 6053670"/>
              <a:gd name="connsiteY48" fmla="*/ 87192 h 4903455"/>
              <a:gd name="connsiteX49" fmla="*/ 5642020 w 6053670"/>
              <a:gd name="connsiteY49" fmla="*/ 68530 h 4903455"/>
              <a:gd name="connsiteX50" fmla="*/ 5779438 w 6053670"/>
              <a:gd name="connsiteY50" fmla="*/ 46733 h 4903455"/>
              <a:gd name="connsiteX51" fmla="*/ 5916251 w 6053670"/>
              <a:gd name="connsiteY51" fmla="*/ 24464 h 4903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4903455">
                <a:moveTo>
                  <a:pt x="6053670" y="1098"/>
                </a:moveTo>
                <a:lnTo>
                  <a:pt x="6053670" y="424590"/>
                </a:lnTo>
                <a:lnTo>
                  <a:pt x="6053670" y="1254558"/>
                </a:lnTo>
                <a:lnTo>
                  <a:pt x="6053670" y="4903455"/>
                </a:lnTo>
                <a:lnTo>
                  <a:pt x="0" y="4903455"/>
                </a:lnTo>
                <a:lnTo>
                  <a:pt x="0" y="1249853"/>
                </a:lnTo>
                <a:lnTo>
                  <a:pt x="0" y="424590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0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89" y="227859"/>
                </a:lnTo>
                <a:lnTo>
                  <a:pt x="3875559" y="223938"/>
                </a:lnTo>
                <a:lnTo>
                  <a:pt x="4007529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ZA"/>
          </a:p>
        </p:txBody>
      </p:sp>
      <p:pic>
        <p:nvPicPr>
          <p:cNvPr id="27" name="Picture 26" descr="Screens screenshot of a phone&#10;&#10;AI-generated content may be incorrect.">
            <a:extLst>
              <a:ext uri="{FF2B5EF4-FFF2-40B4-BE49-F238E27FC236}">
                <a16:creationId xmlns:a16="http://schemas.microsoft.com/office/drawing/2014/main" id="{CAE20514-497E-72EB-6F7F-C84A50FE76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3669" y="645106"/>
            <a:ext cx="2569270" cy="5585369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EADD3260-4BDA-459B-A162-5E1B897E38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283DA7DD-CA37-4ED7-8710-48E56B063B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67000"/>
            <a:ext cx="314325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B92F2E3C-66CD-4DEB-BA14-2A5912B65A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95600"/>
            <a:ext cx="177165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C4B87-9953-7B22-5372-00653D934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323" y="2418735"/>
            <a:ext cx="4554582" cy="3811740"/>
          </a:xfrm>
        </p:spPr>
        <p:txBody>
          <a:bodyPr anchor="ctr"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Mobile app prototype demonstration</a:t>
            </a:r>
          </a:p>
          <a:p>
            <a:pPr marL="0" indent="0">
              <a:buNone/>
            </a:pPr>
            <a:endParaRPr lang="en-GB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4805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E0488BA-180E-40D8-8350-4B17917955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Electronics protoboard">
            <a:extLst>
              <a:ext uri="{FF2B5EF4-FFF2-40B4-BE49-F238E27FC236}">
                <a16:creationId xmlns:a16="http://schemas.microsoft.com/office/drawing/2014/main" id="{0A0CAA65-EAAA-45A4-36E3-4CB5457CF60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r="10999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973668"/>
            <a:ext cx="6571060" cy="706964"/>
          </a:xfrm>
        </p:spPr>
        <p:txBody>
          <a:bodyPr>
            <a:normAutofit/>
          </a:bodyPr>
          <a:lstStyle/>
          <a:p>
            <a:r>
              <a:rPr lang="en-ZA" sz="3000">
                <a:solidFill>
                  <a:schemeClr val="tx1"/>
                </a:solidFill>
              </a:rPr>
              <a:t>Hardware Components Needed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215" y="2603500"/>
            <a:ext cx="6619244" cy="3416300"/>
          </a:xfrm>
        </p:spPr>
        <p:txBody>
          <a:bodyPr>
            <a:normAutofit/>
          </a:bodyPr>
          <a:lstStyle/>
          <a:p>
            <a:r>
              <a:rPr lang="en-ZA" dirty="0">
                <a:solidFill>
                  <a:schemeClr val="tx1"/>
                </a:solidFill>
              </a:rPr>
              <a:t>ESP32 microcontroller</a:t>
            </a:r>
          </a:p>
          <a:p>
            <a:r>
              <a:rPr lang="en-ZA" dirty="0">
                <a:solidFill>
                  <a:schemeClr val="tx1"/>
                </a:solidFill>
              </a:rPr>
              <a:t>GPS module</a:t>
            </a:r>
          </a:p>
          <a:p>
            <a:r>
              <a:rPr lang="en-ZA" dirty="0">
                <a:solidFill>
                  <a:schemeClr val="tx1"/>
                </a:solidFill>
              </a:rPr>
              <a:t>GSM module (SIM800L)</a:t>
            </a:r>
          </a:p>
          <a:p>
            <a:r>
              <a:rPr lang="en-ZA" dirty="0">
                <a:solidFill>
                  <a:schemeClr val="tx1"/>
                </a:solidFill>
              </a:rPr>
              <a:t>Motion and tilt sensors</a:t>
            </a:r>
          </a:p>
          <a:p>
            <a:r>
              <a:rPr lang="en-ZA" dirty="0">
                <a:solidFill>
                  <a:schemeClr val="tx1"/>
                </a:solidFill>
              </a:rPr>
              <a:t>Power module &amp; wiring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1942938" y="1881194"/>
            <a:ext cx="3299407" cy="330693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ZA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3122264" y="751601"/>
            <a:ext cx="6053670" cy="5354799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ZA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Z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5565" y="1130603"/>
            <a:ext cx="2506831" cy="4596794"/>
          </a:xfrm>
        </p:spPr>
        <p:txBody>
          <a:bodyPr anchor="ctr">
            <a:normAutofit/>
          </a:bodyPr>
          <a:lstStyle/>
          <a:p>
            <a:r>
              <a:rPr lang="en-ZA" sz="2800">
                <a:solidFill>
                  <a:srgbClr val="EBEBEB"/>
                </a:solidFill>
              </a:rPr>
              <a:t>Estimated Budget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7557" y="437513"/>
            <a:ext cx="4126961" cy="5954325"/>
          </a:xfrm>
        </p:spPr>
        <p:txBody>
          <a:bodyPr anchor="ctr">
            <a:normAutofit/>
          </a:bodyPr>
          <a:lstStyle/>
          <a:p>
            <a:r>
              <a:rPr lang="pt-BR" sz="1700" dirty="0"/>
              <a:t>ESP32: R300</a:t>
            </a:r>
          </a:p>
          <a:p>
            <a:r>
              <a:rPr lang="pt-BR" sz="1700" dirty="0"/>
              <a:t>GPS Module: R275</a:t>
            </a:r>
          </a:p>
          <a:p>
            <a:r>
              <a:rPr lang="pt-BR" sz="1700" dirty="0"/>
              <a:t>GSM/GPRS Module: R329</a:t>
            </a:r>
          </a:p>
          <a:p>
            <a:r>
              <a:rPr lang="pt-BR" sz="1700" dirty="0"/>
              <a:t>1-Channel 5V Relay Module: R130</a:t>
            </a:r>
          </a:p>
          <a:p>
            <a:r>
              <a:rPr lang="pt-BR" sz="1700" dirty="0"/>
              <a:t>Sensors: R100 – R150</a:t>
            </a:r>
          </a:p>
          <a:p>
            <a:r>
              <a:rPr lang="pt-BR" sz="1700" dirty="0"/>
              <a:t>Miscellaneous (casing, wires): R100</a:t>
            </a:r>
          </a:p>
          <a:p>
            <a:r>
              <a:rPr lang="pt-BR" sz="1700" dirty="0"/>
              <a:t>Total: R1600 </a:t>
            </a:r>
            <a:r>
              <a:rPr lang="pt-BR" sz="1700"/>
              <a:t>– R2,700 </a:t>
            </a:r>
            <a:r>
              <a:rPr lang="pt-BR" sz="1700" dirty="0"/>
              <a:t>per unit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3667"/>
            <a:ext cx="2206657" cy="4833745"/>
          </a:xfrm>
        </p:spPr>
        <p:txBody>
          <a:bodyPr>
            <a:normAutofit/>
          </a:bodyPr>
          <a:lstStyle/>
          <a:p>
            <a:r>
              <a:rPr lang="en-ZA" sz="2000">
                <a:solidFill>
                  <a:srgbClr val="EBEBEB"/>
                </a:solidFill>
              </a:rPr>
              <a:t>Why Sponsor AutoGuardian?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5C33A52-A419-BC10-ACEC-CBA9655766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3280794"/>
              </p:ext>
            </p:extLst>
          </p:nvPr>
        </p:nvGraphicFramePr>
        <p:xfrm>
          <a:off x="3895725" y="808038"/>
          <a:ext cx="4793456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6503EB0F-2257-4A3E-A73B-E1DE769B4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7012B2A-0D78-433A-8C68-8889D3DCD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119D0202-ED3F-47CC-90E9-4E963BCDAB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670D6F2B-93AF-47D6-9378-5E54BE0AC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91A5E26-1F21-459D-8C03-ADB057B090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Yellow and blue symbols">
            <a:extLst>
              <a:ext uri="{FF2B5EF4-FFF2-40B4-BE49-F238E27FC236}">
                <a16:creationId xmlns:a16="http://schemas.microsoft.com/office/drawing/2014/main" id="{C97DF8A4-A1A6-8B55-CCCF-F55EA9C8A80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t="654" b="1307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2099733"/>
            <a:ext cx="6619243" cy="26776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216" y="4777380"/>
            <a:ext cx="6619243" cy="8614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cap="all">
                <a:solidFill>
                  <a:schemeClr val="tx1"/>
                </a:solidFill>
              </a:rPr>
              <a:t>Questions and discussion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64</TotalTime>
  <Words>264</Words>
  <Application>Microsoft Office PowerPoint</Application>
  <PresentationFormat>On-screen Show (4:3)</PresentationFormat>
  <Paragraphs>47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Century Gothic</vt:lpstr>
      <vt:lpstr>Wingdings 3</vt:lpstr>
      <vt:lpstr>Ion Boardroom</vt:lpstr>
      <vt:lpstr>AutoGuardian: Smart Vehicle Anti-Theft System</vt:lpstr>
      <vt:lpstr>The Problem</vt:lpstr>
      <vt:lpstr>The Solution – AutoGuardian</vt:lpstr>
      <vt:lpstr>How It Works</vt:lpstr>
      <vt:lpstr>Key Features</vt:lpstr>
      <vt:lpstr>Demo Preview</vt:lpstr>
      <vt:lpstr>Demo Preview Continued</vt:lpstr>
      <vt:lpstr>Hardware Components Needed</vt:lpstr>
      <vt:lpstr>Estimated Budget</vt:lpstr>
      <vt:lpstr>Why Sponsor AutoGuardian?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Nkosiyabo Mdladla</cp:lastModifiedBy>
  <cp:revision>5</cp:revision>
  <dcterms:created xsi:type="dcterms:W3CDTF">2013-01-27T09:14:16Z</dcterms:created>
  <dcterms:modified xsi:type="dcterms:W3CDTF">2025-08-07T11:41:52Z</dcterms:modified>
  <cp:category/>
</cp:coreProperties>
</file>